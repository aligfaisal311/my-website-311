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81" r:id="rId1"/>
  </p:sldMasterIdLst>
  <p:sldIdLst>
    <p:sldId id="256" r:id="rId2"/>
  </p:sldIdLst>
  <p:sldSz cx="28443238" cy="42800588"/>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3480">
          <p15:clr>
            <a:srgbClr val="A4A3A4"/>
          </p15:clr>
        </p15:guide>
        <p15:guide id="2" pos="895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FF"/>
    <a:srgbClr val="FFFFCC"/>
    <a:srgbClr val="FFFF00"/>
    <a:srgbClr val="FF3399"/>
    <a:srgbClr val="FF00FF"/>
    <a:srgbClr val="F8E9BE"/>
    <a:srgbClr val="ECE6CA"/>
    <a:srgbClr val="EBDBCB"/>
    <a:srgbClr val="D4D4E2"/>
    <a:srgbClr val="E7CF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p:scale>
          <a:sx n="37" d="100"/>
          <a:sy n="37" d="100"/>
        </p:scale>
        <p:origin x="114" y="-4422"/>
      </p:cViewPr>
      <p:guideLst>
        <p:guide orient="horz" pos="13480"/>
        <p:guide pos="895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7411" y="39947215"/>
            <a:ext cx="28435832" cy="285337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39" y="39532291"/>
            <a:ext cx="28435832" cy="39947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2559892" y="4736598"/>
            <a:ext cx="23465671" cy="22256306"/>
          </a:xfrm>
        </p:spPr>
        <p:txBody>
          <a:bodyPr anchor="b">
            <a:normAutofit/>
          </a:bodyPr>
          <a:lstStyle>
            <a:lvl1pPr algn="l">
              <a:lnSpc>
                <a:spcPct val="85000"/>
              </a:lnSpc>
              <a:defRPr sz="24885" spc="-156"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2566355" y="27807407"/>
            <a:ext cx="23465671" cy="7133431"/>
          </a:xfrm>
        </p:spPr>
        <p:txBody>
          <a:bodyPr lIns="91440" rIns="91440">
            <a:normAutofit/>
          </a:bodyPr>
          <a:lstStyle>
            <a:lvl1pPr marL="0" indent="0" algn="l">
              <a:buNone/>
              <a:defRPr sz="7465" cap="all" spc="622" baseline="0">
                <a:solidFill>
                  <a:schemeClr val="tx2"/>
                </a:solidFill>
                <a:latin typeface="+mj-lt"/>
              </a:defRPr>
            </a:lvl1pPr>
            <a:lvl2pPr marL="1422166" indent="0" algn="ctr">
              <a:buNone/>
              <a:defRPr sz="7465"/>
            </a:lvl2pPr>
            <a:lvl3pPr marL="2844333" indent="0" algn="ctr">
              <a:buNone/>
              <a:defRPr sz="7465"/>
            </a:lvl3pPr>
            <a:lvl4pPr marL="4266499" indent="0" algn="ctr">
              <a:buNone/>
              <a:defRPr sz="6221"/>
            </a:lvl4pPr>
            <a:lvl5pPr marL="5688665" indent="0" algn="ctr">
              <a:buNone/>
              <a:defRPr sz="6221"/>
            </a:lvl5pPr>
            <a:lvl6pPr marL="7110832" indent="0" algn="ctr">
              <a:buNone/>
              <a:defRPr sz="6221"/>
            </a:lvl6pPr>
            <a:lvl7pPr marL="8532998" indent="0" algn="ctr">
              <a:buNone/>
              <a:defRPr sz="6221"/>
            </a:lvl7pPr>
            <a:lvl8pPr marL="9955164" indent="0" algn="ctr">
              <a:buNone/>
              <a:defRPr sz="6221"/>
            </a:lvl8pPr>
            <a:lvl9pPr marL="11377331" indent="0" algn="ctr">
              <a:buNone/>
              <a:defRPr sz="6221"/>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C972FCD-9765-44CC-9752-E7B11B5CC4F6}" type="datetimeFigureOut">
              <a:rPr lang="en-IN" smtClean="0"/>
              <a:t>28-06-2022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CF6D0B2-FC02-4FCE-96D5-8F676BDAAEE6}" type="slidenum">
              <a:rPr lang="en-IN" smtClean="0"/>
              <a:t>‹#›</a:t>
            </a:fld>
            <a:endParaRPr lang="en-IN"/>
          </a:p>
        </p:txBody>
      </p:sp>
      <p:cxnSp>
        <p:nvCxnSpPr>
          <p:cNvPr id="9" name="Straight Connector 8"/>
          <p:cNvCxnSpPr/>
          <p:nvPr/>
        </p:nvCxnSpPr>
        <p:spPr>
          <a:xfrm>
            <a:off x="2817398" y="27107039"/>
            <a:ext cx="23039023"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326054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C972FCD-9765-44CC-9752-E7B11B5CC4F6}" type="datetimeFigureOut">
              <a:rPr lang="en-IN" smtClean="0"/>
              <a:t>28-06-2022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CF6D0B2-FC02-4FCE-96D5-8F676BDAAEE6}" type="slidenum">
              <a:rPr lang="en-IN" smtClean="0"/>
              <a:t>‹#›</a:t>
            </a:fld>
            <a:endParaRPr lang="en-IN"/>
          </a:p>
        </p:txBody>
      </p:sp>
    </p:spTree>
    <p:extLst>
      <p:ext uri="{BB962C8B-B14F-4D97-AF65-F5344CB8AC3E}">
        <p14:creationId xmlns:p14="http://schemas.microsoft.com/office/powerpoint/2010/main" val="34125364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7411" y="39947215"/>
            <a:ext cx="28435832" cy="285337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39" y="39532291"/>
            <a:ext cx="28435832" cy="39947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559892" y="4736598"/>
            <a:ext cx="23465671" cy="22256306"/>
          </a:xfrm>
        </p:spPr>
        <p:txBody>
          <a:bodyPr anchor="b" anchorCtr="0">
            <a:normAutofit/>
          </a:bodyPr>
          <a:lstStyle>
            <a:lvl1pPr>
              <a:lnSpc>
                <a:spcPct val="85000"/>
              </a:lnSpc>
              <a:defRPr sz="24885"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2559892" y="27791849"/>
            <a:ext cx="23465671" cy="7133431"/>
          </a:xfrm>
        </p:spPr>
        <p:txBody>
          <a:bodyPr lIns="91440" rIns="91440" anchor="t" anchorCtr="0">
            <a:normAutofit/>
          </a:bodyPr>
          <a:lstStyle>
            <a:lvl1pPr marL="0" indent="0">
              <a:buNone/>
              <a:defRPr sz="7465" cap="all" spc="622" baseline="0">
                <a:solidFill>
                  <a:schemeClr val="tx2"/>
                </a:solidFill>
                <a:latin typeface="+mj-lt"/>
              </a:defRPr>
            </a:lvl1pPr>
            <a:lvl2pPr marL="1422166" indent="0">
              <a:buNone/>
              <a:defRPr sz="5599">
                <a:solidFill>
                  <a:schemeClr val="tx1">
                    <a:tint val="75000"/>
                  </a:schemeClr>
                </a:solidFill>
              </a:defRPr>
            </a:lvl2pPr>
            <a:lvl3pPr marL="2844333" indent="0">
              <a:buNone/>
              <a:defRPr sz="4977">
                <a:solidFill>
                  <a:schemeClr val="tx1">
                    <a:tint val="75000"/>
                  </a:schemeClr>
                </a:solidFill>
              </a:defRPr>
            </a:lvl3pPr>
            <a:lvl4pPr marL="4266499" indent="0">
              <a:buNone/>
              <a:defRPr sz="4355">
                <a:solidFill>
                  <a:schemeClr val="tx1">
                    <a:tint val="75000"/>
                  </a:schemeClr>
                </a:solidFill>
              </a:defRPr>
            </a:lvl4pPr>
            <a:lvl5pPr marL="5688665" indent="0">
              <a:buNone/>
              <a:defRPr sz="4355">
                <a:solidFill>
                  <a:schemeClr val="tx1">
                    <a:tint val="75000"/>
                  </a:schemeClr>
                </a:solidFill>
              </a:defRPr>
            </a:lvl5pPr>
            <a:lvl6pPr marL="7110832" indent="0">
              <a:buNone/>
              <a:defRPr sz="4355">
                <a:solidFill>
                  <a:schemeClr val="tx1">
                    <a:tint val="75000"/>
                  </a:schemeClr>
                </a:solidFill>
              </a:defRPr>
            </a:lvl6pPr>
            <a:lvl7pPr marL="8532998" indent="0">
              <a:buNone/>
              <a:defRPr sz="4355">
                <a:solidFill>
                  <a:schemeClr val="tx1">
                    <a:tint val="75000"/>
                  </a:schemeClr>
                </a:solidFill>
              </a:defRPr>
            </a:lvl7pPr>
            <a:lvl8pPr marL="9955164" indent="0">
              <a:buNone/>
              <a:defRPr sz="4355">
                <a:solidFill>
                  <a:schemeClr val="tx1">
                    <a:tint val="75000"/>
                  </a:schemeClr>
                </a:solidFill>
              </a:defRPr>
            </a:lvl8pPr>
            <a:lvl9pPr marL="11377331" indent="0">
              <a:buNone/>
              <a:defRPr sz="4355">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C972FCD-9765-44CC-9752-E7B11B5CC4F6}" type="datetimeFigureOut">
              <a:rPr lang="en-IN" smtClean="0"/>
              <a:t>28-06-2022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CF6D0B2-FC02-4FCE-96D5-8F676BDAAEE6}" type="slidenum">
              <a:rPr lang="en-IN" smtClean="0"/>
              <a:t>‹#›</a:t>
            </a:fld>
            <a:endParaRPr lang="en-IN"/>
          </a:p>
        </p:txBody>
      </p:sp>
      <p:cxnSp>
        <p:nvCxnSpPr>
          <p:cNvPr id="9" name="Straight Connector 8"/>
          <p:cNvCxnSpPr/>
          <p:nvPr/>
        </p:nvCxnSpPr>
        <p:spPr>
          <a:xfrm>
            <a:off x="2817398" y="27107039"/>
            <a:ext cx="23039023"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335594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2559892" y="1788691"/>
            <a:ext cx="23465671" cy="9054134"/>
          </a:xfrm>
        </p:spPr>
        <p:txBody>
          <a:bodyPr/>
          <a:lstStyle/>
          <a:p>
            <a:r>
              <a:rPr lang="en-US"/>
              <a:t>Click to edit Master title style</a:t>
            </a:r>
            <a:endParaRPr lang="en-US" dirty="0"/>
          </a:p>
        </p:txBody>
      </p:sp>
      <p:sp>
        <p:nvSpPr>
          <p:cNvPr id="3" name="Content Placeholder 2"/>
          <p:cNvSpPr>
            <a:spLocks noGrp="1"/>
          </p:cNvSpPr>
          <p:nvPr>
            <p:ph sz="half" idx="1"/>
          </p:nvPr>
        </p:nvSpPr>
        <p:spPr>
          <a:xfrm>
            <a:off x="2559892" y="11519175"/>
            <a:ext cx="11519511" cy="2510967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4506052" y="11519181"/>
            <a:ext cx="11519511" cy="2510967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C972FCD-9765-44CC-9752-E7B11B5CC4F6}" type="datetimeFigureOut">
              <a:rPr lang="en-IN" smtClean="0"/>
              <a:t>28-06-2022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CF6D0B2-FC02-4FCE-96D5-8F676BDAAEE6}" type="slidenum">
              <a:rPr lang="en-IN" smtClean="0"/>
              <a:t>‹#›</a:t>
            </a:fld>
            <a:endParaRPr lang="en-IN"/>
          </a:p>
        </p:txBody>
      </p:sp>
    </p:spTree>
    <p:extLst>
      <p:ext uri="{BB962C8B-B14F-4D97-AF65-F5344CB8AC3E}">
        <p14:creationId xmlns:p14="http://schemas.microsoft.com/office/powerpoint/2010/main" val="28543219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2559892" y="1788691"/>
            <a:ext cx="23465671" cy="9054134"/>
          </a:xfrm>
        </p:spPr>
        <p:txBody>
          <a:bodyPr/>
          <a:lstStyle/>
          <a:p>
            <a:r>
              <a:rPr lang="en-US"/>
              <a:t>Click to edit Master title style</a:t>
            </a:r>
            <a:endParaRPr lang="en-US" dirty="0"/>
          </a:p>
        </p:txBody>
      </p:sp>
      <p:sp>
        <p:nvSpPr>
          <p:cNvPr id="3" name="Text Placeholder 2"/>
          <p:cNvSpPr>
            <a:spLocks noGrp="1"/>
          </p:cNvSpPr>
          <p:nvPr>
            <p:ph type="body" idx="1"/>
          </p:nvPr>
        </p:nvSpPr>
        <p:spPr>
          <a:xfrm>
            <a:off x="2559892" y="11521159"/>
            <a:ext cx="11519511" cy="4595116"/>
          </a:xfrm>
        </p:spPr>
        <p:txBody>
          <a:bodyPr lIns="91440" rIns="91440" anchor="ctr">
            <a:normAutofit/>
          </a:bodyPr>
          <a:lstStyle>
            <a:lvl1pPr marL="0" indent="0">
              <a:buNone/>
              <a:defRPr sz="6221" b="0" cap="all" baseline="0">
                <a:solidFill>
                  <a:schemeClr val="tx2"/>
                </a:solidFill>
              </a:defRPr>
            </a:lvl1pPr>
            <a:lvl2pPr marL="1422166" indent="0">
              <a:buNone/>
              <a:defRPr sz="6221" b="1"/>
            </a:lvl2pPr>
            <a:lvl3pPr marL="2844333" indent="0">
              <a:buNone/>
              <a:defRPr sz="5599" b="1"/>
            </a:lvl3pPr>
            <a:lvl4pPr marL="4266499" indent="0">
              <a:buNone/>
              <a:defRPr sz="4977" b="1"/>
            </a:lvl4pPr>
            <a:lvl5pPr marL="5688665" indent="0">
              <a:buNone/>
              <a:defRPr sz="4977" b="1"/>
            </a:lvl5pPr>
            <a:lvl6pPr marL="7110832" indent="0">
              <a:buNone/>
              <a:defRPr sz="4977" b="1"/>
            </a:lvl6pPr>
            <a:lvl7pPr marL="8532998" indent="0">
              <a:buNone/>
              <a:defRPr sz="4977" b="1"/>
            </a:lvl7pPr>
            <a:lvl8pPr marL="9955164" indent="0">
              <a:buNone/>
              <a:defRPr sz="4977" b="1"/>
            </a:lvl8pPr>
            <a:lvl9pPr marL="11377331" indent="0">
              <a:buNone/>
              <a:defRPr sz="4977" b="1"/>
            </a:lvl9pPr>
          </a:lstStyle>
          <a:p>
            <a:pPr lvl="0"/>
            <a:r>
              <a:rPr lang="en-US"/>
              <a:t>Edit Master text styles</a:t>
            </a:r>
          </a:p>
        </p:txBody>
      </p:sp>
      <p:sp>
        <p:nvSpPr>
          <p:cNvPr id="4" name="Content Placeholder 3"/>
          <p:cNvSpPr>
            <a:spLocks noGrp="1"/>
          </p:cNvSpPr>
          <p:nvPr>
            <p:ph sz="half" idx="2"/>
          </p:nvPr>
        </p:nvSpPr>
        <p:spPr>
          <a:xfrm>
            <a:off x="2559892" y="16116275"/>
            <a:ext cx="11519511" cy="2108325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4506052" y="11521159"/>
            <a:ext cx="11519511" cy="4595116"/>
          </a:xfrm>
        </p:spPr>
        <p:txBody>
          <a:bodyPr lIns="91440" rIns="91440" anchor="ctr">
            <a:normAutofit/>
          </a:bodyPr>
          <a:lstStyle>
            <a:lvl1pPr marL="0" indent="0">
              <a:buNone/>
              <a:defRPr sz="6221" b="0" cap="all" baseline="0">
                <a:solidFill>
                  <a:schemeClr val="tx2"/>
                </a:solidFill>
              </a:defRPr>
            </a:lvl1pPr>
            <a:lvl2pPr marL="1422166" indent="0">
              <a:buNone/>
              <a:defRPr sz="6221" b="1"/>
            </a:lvl2pPr>
            <a:lvl3pPr marL="2844333" indent="0">
              <a:buNone/>
              <a:defRPr sz="5599" b="1"/>
            </a:lvl3pPr>
            <a:lvl4pPr marL="4266499" indent="0">
              <a:buNone/>
              <a:defRPr sz="4977" b="1"/>
            </a:lvl4pPr>
            <a:lvl5pPr marL="5688665" indent="0">
              <a:buNone/>
              <a:defRPr sz="4977" b="1"/>
            </a:lvl5pPr>
            <a:lvl6pPr marL="7110832" indent="0">
              <a:buNone/>
              <a:defRPr sz="4977" b="1"/>
            </a:lvl6pPr>
            <a:lvl7pPr marL="8532998" indent="0">
              <a:buNone/>
              <a:defRPr sz="4977" b="1"/>
            </a:lvl7pPr>
            <a:lvl8pPr marL="9955164" indent="0">
              <a:buNone/>
              <a:defRPr sz="4977" b="1"/>
            </a:lvl8pPr>
            <a:lvl9pPr marL="11377331" indent="0">
              <a:buNone/>
              <a:defRPr sz="4977" b="1"/>
            </a:lvl9pPr>
          </a:lstStyle>
          <a:p>
            <a:pPr lvl="0"/>
            <a:r>
              <a:rPr lang="en-US"/>
              <a:t>Edit Master text styles</a:t>
            </a:r>
          </a:p>
        </p:txBody>
      </p:sp>
      <p:sp>
        <p:nvSpPr>
          <p:cNvPr id="6" name="Content Placeholder 5"/>
          <p:cNvSpPr>
            <a:spLocks noGrp="1"/>
          </p:cNvSpPr>
          <p:nvPr>
            <p:ph sz="quarter" idx="4"/>
          </p:nvPr>
        </p:nvSpPr>
        <p:spPr>
          <a:xfrm>
            <a:off x="14506052" y="16116275"/>
            <a:ext cx="11519511" cy="2108325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C972FCD-9765-44CC-9752-E7B11B5CC4F6}" type="datetimeFigureOut">
              <a:rPr lang="en-IN" smtClean="0"/>
              <a:t>28-06-2022</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CF6D0B2-FC02-4FCE-96D5-8F676BDAAEE6}" type="slidenum">
              <a:rPr lang="en-IN" smtClean="0"/>
              <a:t>‹#›</a:t>
            </a:fld>
            <a:endParaRPr lang="en-IN"/>
          </a:p>
        </p:txBody>
      </p:sp>
    </p:spTree>
    <p:extLst>
      <p:ext uri="{BB962C8B-B14F-4D97-AF65-F5344CB8AC3E}">
        <p14:creationId xmlns:p14="http://schemas.microsoft.com/office/powerpoint/2010/main" val="4288624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C972FCD-9765-44CC-9752-E7B11B5CC4F6}" type="datetimeFigureOut">
              <a:rPr lang="en-IN" smtClean="0"/>
              <a:t>28-06-2022</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CF6D0B2-FC02-4FCE-96D5-8F676BDAAEE6}" type="slidenum">
              <a:rPr lang="en-IN" smtClean="0"/>
              <a:t>‹#›</a:t>
            </a:fld>
            <a:endParaRPr lang="en-IN"/>
          </a:p>
        </p:txBody>
      </p:sp>
    </p:spTree>
    <p:extLst>
      <p:ext uri="{BB962C8B-B14F-4D97-AF65-F5344CB8AC3E}">
        <p14:creationId xmlns:p14="http://schemas.microsoft.com/office/powerpoint/2010/main" val="41552073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7411" y="39947215"/>
            <a:ext cx="28435832" cy="285337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39" y="39532291"/>
            <a:ext cx="28435832" cy="39947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0C972FCD-9765-44CC-9752-E7B11B5CC4F6}" type="datetimeFigureOut">
              <a:rPr lang="en-IN" smtClean="0"/>
              <a:t>28-06-2022</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1CF6D0B2-FC02-4FCE-96D5-8F676BDAAEE6}" type="slidenum">
              <a:rPr lang="en-IN" smtClean="0"/>
              <a:t>‹#›</a:t>
            </a:fld>
            <a:endParaRPr lang="en-IN"/>
          </a:p>
        </p:txBody>
      </p:sp>
    </p:spTree>
    <p:extLst>
      <p:ext uri="{BB962C8B-B14F-4D97-AF65-F5344CB8AC3E}">
        <p14:creationId xmlns:p14="http://schemas.microsoft.com/office/powerpoint/2010/main" val="26968483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42" y="0"/>
            <a:ext cx="9450263" cy="428005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425254" y="0"/>
            <a:ext cx="149327" cy="428005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66621" y="3709378"/>
            <a:ext cx="7466350" cy="14266863"/>
          </a:xfrm>
        </p:spPr>
        <p:txBody>
          <a:bodyPr anchor="b">
            <a:normAutofit/>
          </a:bodyPr>
          <a:lstStyle>
            <a:lvl1pPr>
              <a:defRPr sz="11198"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11199525" y="4565396"/>
            <a:ext cx="15146024" cy="3281378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66621" y="18261584"/>
            <a:ext cx="7466350" cy="21089019"/>
          </a:xfrm>
        </p:spPr>
        <p:txBody>
          <a:bodyPr lIns="91440" rIns="91440">
            <a:normAutofit/>
          </a:bodyPr>
          <a:lstStyle>
            <a:lvl1pPr marL="0" indent="0">
              <a:buNone/>
              <a:defRPr sz="4666">
                <a:solidFill>
                  <a:srgbClr val="FFFFFF"/>
                </a:solidFill>
              </a:defRPr>
            </a:lvl1pPr>
            <a:lvl2pPr marL="1422166" indent="0">
              <a:buNone/>
              <a:defRPr sz="3733"/>
            </a:lvl2pPr>
            <a:lvl3pPr marL="2844333" indent="0">
              <a:buNone/>
              <a:defRPr sz="3111"/>
            </a:lvl3pPr>
            <a:lvl4pPr marL="4266499" indent="0">
              <a:buNone/>
              <a:defRPr sz="2800"/>
            </a:lvl4pPr>
            <a:lvl5pPr marL="5688665" indent="0">
              <a:buNone/>
              <a:defRPr sz="2800"/>
            </a:lvl5pPr>
            <a:lvl6pPr marL="7110832" indent="0">
              <a:buNone/>
              <a:defRPr sz="2800"/>
            </a:lvl6pPr>
            <a:lvl7pPr marL="8532998" indent="0">
              <a:buNone/>
              <a:defRPr sz="2800"/>
            </a:lvl7pPr>
            <a:lvl8pPr marL="9955164" indent="0">
              <a:buNone/>
              <a:defRPr sz="2800"/>
            </a:lvl8pPr>
            <a:lvl9pPr marL="11377331" indent="0">
              <a:buNone/>
              <a:defRPr sz="2800"/>
            </a:lvl9pPr>
          </a:lstStyle>
          <a:p>
            <a:pPr lvl="0"/>
            <a:r>
              <a:rPr lang="en-US"/>
              <a:t>Edit Master text styles</a:t>
            </a:r>
          </a:p>
        </p:txBody>
      </p:sp>
      <p:sp>
        <p:nvSpPr>
          <p:cNvPr id="5" name="Date Placeholder 4"/>
          <p:cNvSpPr>
            <a:spLocks noGrp="1"/>
          </p:cNvSpPr>
          <p:nvPr>
            <p:ph type="dt" sz="half" idx="10"/>
          </p:nvPr>
        </p:nvSpPr>
        <p:spPr>
          <a:xfrm>
            <a:off x="1086015" y="40315349"/>
            <a:ext cx="6108835" cy="2278735"/>
          </a:xfrm>
        </p:spPr>
        <p:txBody>
          <a:bodyPr/>
          <a:lstStyle>
            <a:lvl1pPr algn="l">
              <a:defRPr/>
            </a:lvl1pPr>
          </a:lstStyle>
          <a:p>
            <a:fld id="{0C972FCD-9765-44CC-9752-E7B11B5CC4F6}" type="datetimeFigureOut">
              <a:rPr lang="en-IN" smtClean="0"/>
              <a:t>28-06-2022</a:t>
            </a:fld>
            <a:endParaRPr lang="en-IN"/>
          </a:p>
        </p:txBody>
      </p:sp>
      <p:sp>
        <p:nvSpPr>
          <p:cNvPr id="6" name="Footer Placeholder 5"/>
          <p:cNvSpPr>
            <a:spLocks noGrp="1"/>
          </p:cNvSpPr>
          <p:nvPr>
            <p:ph type="ftr" sz="quarter" idx="11"/>
          </p:nvPr>
        </p:nvSpPr>
        <p:spPr>
          <a:xfrm>
            <a:off x="11199525" y="40315349"/>
            <a:ext cx="10843984" cy="227873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1CF6D0B2-FC02-4FCE-96D5-8F676BDAAEE6}" type="slidenum">
              <a:rPr lang="en-IN" smtClean="0"/>
              <a:t>‹#›</a:t>
            </a:fld>
            <a:endParaRPr lang="en-IN"/>
          </a:p>
        </p:txBody>
      </p:sp>
    </p:spTree>
    <p:extLst>
      <p:ext uri="{BB962C8B-B14F-4D97-AF65-F5344CB8AC3E}">
        <p14:creationId xmlns:p14="http://schemas.microsoft.com/office/powerpoint/2010/main" val="41197318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1" y="30911536"/>
            <a:ext cx="28435832" cy="1188905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9" y="30674853"/>
            <a:ext cx="28435832" cy="39947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559891" y="31672435"/>
            <a:ext cx="23594556" cy="5136071"/>
          </a:xfrm>
        </p:spPr>
        <p:txBody>
          <a:bodyPr tIns="0" bIns="0" anchor="b">
            <a:noAutofit/>
          </a:bodyPr>
          <a:lstStyle>
            <a:lvl1pPr>
              <a:defRPr sz="11198"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9" y="0"/>
            <a:ext cx="28443204" cy="30674853"/>
          </a:xfrm>
          <a:solidFill>
            <a:schemeClr val="bg2">
              <a:lumMod val="90000"/>
            </a:schemeClr>
          </a:solidFill>
        </p:spPr>
        <p:txBody>
          <a:bodyPr lIns="457200" tIns="457200" anchor="t"/>
          <a:lstStyle>
            <a:lvl1pPr marL="0" indent="0">
              <a:buNone/>
              <a:defRPr sz="9954"/>
            </a:lvl1pPr>
            <a:lvl2pPr marL="1422166" indent="0">
              <a:buNone/>
              <a:defRPr sz="8710"/>
            </a:lvl2pPr>
            <a:lvl3pPr marL="2844333" indent="0">
              <a:buNone/>
              <a:defRPr sz="7465"/>
            </a:lvl3pPr>
            <a:lvl4pPr marL="4266499" indent="0">
              <a:buNone/>
              <a:defRPr sz="6221"/>
            </a:lvl4pPr>
            <a:lvl5pPr marL="5688665" indent="0">
              <a:buNone/>
              <a:defRPr sz="6221"/>
            </a:lvl5pPr>
            <a:lvl6pPr marL="7110832" indent="0">
              <a:buNone/>
              <a:defRPr sz="6221"/>
            </a:lvl6pPr>
            <a:lvl7pPr marL="8532998" indent="0">
              <a:buNone/>
              <a:defRPr sz="6221"/>
            </a:lvl7pPr>
            <a:lvl8pPr marL="9955164" indent="0">
              <a:buNone/>
              <a:defRPr sz="6221"/>
            </a:lvl8pPr>
            <a:lvl9pPr marL="11377331" indent="0">
              <a:buNone/>
              <a:defRPr sz="6221"/>
            </a:lvl9pPr>
          </a:lstStyle>
          <a:p>
            <a:r>
              <a:rPr lang="en-US"/>
              <a:t>Click icon to add picture</a:t>
            </a:r>
            <a:endParaRPr lang="en-US" dirty="0"/>
          </a:p>
        </p:txBody>
      </p:sp>
      <p:sp>
        <p:nvSpPr>
          <p:cNvPr id="4" name="Text Placeholder 3"/>
          <p:cNvSpPr>
            <a:spLocks noGrp="1"/>
          </p:cNvSpPr>
          <p:nvPr>
            <p:ph type="body" sz="half" idx="2"/>
          </p:nvPr>
        </p:nvSpPr>
        <p:spPr>
          <a:xfrm>
            <a:off x="2559891" y="36865573"/>
            <a:ext cx="23607888" cy="3709384"/>
          </a:xfrm>
        </p:spPr>
        <p:txBody>
          <a:bodyPr lIns="91440" tIns="0" rIns="91440" bIns="0">
            <a:normAutofit/>
          </a:bodyPr>
          <a:lstStyle>
            <a:lvl1pPr marL="0" indent="0">
              <a:spcBef>
                <a:spcPts val="0"/>
              </a:spcBef>
              <a:spcAft>
                <a:spcPts val="1866"/>
              </a:spcAft>
              <a:buNone/>
              <a:defRPr sz="4666">
                <a:solidFill>
                  <a:srgbClr val="FFFFFF"/>
                </a:solidFill>
              </a:defRPr>
            </a:lvl1pPr>
            <a:lvl2pPr marL="1422166" indent="0">
              <a:buNone/>
              <a:defRPr sz="3733"/>
            </a:lvl2pPr>
            <a:lvl3pPr marL="2844333" indent="0">
              <a:buNone/>
              <a:defRPr sz="3111"/>
            </a:lvl3pPr>
            <a:lvl4pPr marL="4266499" indent="0">
              <a:buNone/>
              <a:defRPr sz="2800"/>
            </a:lvl4pPr>
            <a:lvl5pPr marL="5688665" indent="0">
              <a:buNone/>
              <a:defRPr sz="2800"/>
            </a:lvl5pPr>
            <a:lvl6pPr marL="7110832" indent="0">
              <a:buNone/>
              <a:defRPr sz="2800"/>
            </a:lvl6pPr>
            <a:lvl7pPr marL="8532998" indent="0">
              <a:buNone/>
              <a:defRPr sz="2800"/>
            </a:lvl7pPr>
            <a:lvl8pPr marL="9955164" indent="0">
              <a:buNone/>
              <a:defRPr sz="2800"/>
            </a:lvl8pPr>
            <a:lvl9pPr marL="11377331" indent="0">
              <a:buNone/>
              <a:defRPr sz="2800"/>
            </a:lvl9pPr>
          </a:lstStyle>
          <a:p>
            <a:pPr lvl="0"/>
            <a:r>
              <a:rPr lang="en-US"/>
              <a:t>Edit Master text styles</a:t>
            </a:r>
          </a:p>
        </p:txBody>
      </p:sp>
      <p:sp>
        <p:nvSpPr>
          <p:cNvPr id="5" name="Date Placeholder 4"/>
          <p:cNvSpPr>
            <a:spLocks noGrp="1"/>
          </p:cNvSpPr>
          <p:nvPr>
            <p:ph type="dt" sz="half" idx="10"/>
          </p:nvPr>
        </p:nvSpPr>
        <p:spPr/>
        <p:txBody>
          <a:bodyPr/>
          <a:lstStyle/>
          <a:p>
            <a:fld id="{0C972FCD-9765-44CC-9752-E7B11B5CC4F6}" type="datetimeFigureOut">
              <a:rPr lang="en-IN" smtClean="0"/>
              <a:t>28-06-2022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CF6D0B2-FC02-4FCE-96D5-8F676BDAAEE6}" type="slidenum">
              <a:rPr lang="en-IN" smtClean="0"/>
              <a:t>‹#›</a:t>
            </a:fld>
            <a:endParaRPr lang="en-IN"/>
          </a:p>
        </p:txBody>
      </p:sp>
    </p:spTree>
    <p:extLst>
      <p:ext uri="{BB962C8B-B14F-4D97-AF65-F5344CB8AC3E}">
        <p14:creationId xmlns:p14="http://schemas.microsoft.com/office/powerpoint/2010/main" val="35416661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C972FCD-9765-44CC-9752-E7B11B5CC4F6}" type="datetimeFigureOut">
              <a:rPr lang="en-IN" smtClean="0"/>
              <a:t>28-06-2022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CF6D0B2-FC02-4FCE-96D5-8F676BDAAEE6}" type="slidenum">
              <a:rPr lang="en-IN" smtClean="0"/>
              <a:t>‹#›</a:t>
            </a:fld>
            <a:endParaRPr lang="en-IN"/>
          </a:p>
        </p:txBody>
      </p:sp>
    </p:spTree>
    <p:extLst>
      <p:ext uri="{BB962C8B-B14F-4D97-AF65-F5344CB8AC3E}">
        <p14:creationId xmlns:p14="http://schemas.microsoft.com/office/powerpoint/2010/main" val="12466879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7411" y="39947215"/>
            <a:ext cx="28435832" cy="285337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39" y="39532291"/>
            <a:ext cx="28435832" cy="39947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20354694" y="2573165"/>
            <a:ext cx="6133073" cy="3594736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955474" y="2573165"/>
            <a:ext cx="18043679" cy="35947364"/>
          </a:xfrm>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C972FCD-9765-44CC-9752-E7B11B5CC4F6}" type="datetimeFigureOut">
              <a:rPr lang="en-IN" smtClean="0"/>
              <a:t>28-06-2022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CF6D0B2-FC02-4FCE-96D5-8F676BDAAEE6}" type="slidenum">
              <a:rPr lang="en-IN" smtClean="0"/>
              <a:t>‹#›</a:t>
            </a:fld>
            <a:endParaRPr lang="en-IN"/>
          </a:p>
        </p:txBody>
      </p:sp>
    </p:spTree>
    <p:extLst>
      <p:ext uri="{BB962C8B-B14F-4D97-AF65-F5344CB8AC3E}">
        <p14:creationId xmlns:p14="http://schemas.microsoft.com/office/powerpoint/2010/main" val="4199616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2" y="39947215"/>
            <a:ext cx="28443241" cy="285337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2" y="39532288"/>
            <a:ext cx="28443241" cy="4118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559892" y="1788691"/>
            <a:ext cx="23465671" cy="905413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2559890" y="11519175"/>
            <a:ext cx="23465674" cy="25109678"/>
          </a:xfrm>
          <a:prstGeom prst="rect">
            <a:avLst/>
          </a:prstGeom>
        </p:spPr>
        <p:txBody>
          <a:bodyPr vert="horz" lIns="0" tIns="45720" rIns="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559896" y="40315349"/>
            <a:ext cx="5767666" cy="2278735"/>
          </a:xfrm>
          <a:prstGeom prst="rect">
            <a:avLst/>
          </a:prstGeom>
        </p:spPr>
        <p:txBody>
          <a:bodyPr vert="horz" lIns="91440" tIns="45720" rIns="91440" bIns="45720" rtlCol="0" anchor="ctr"/>
          <a:lstStyle>
            <a:lvl1pPr algn="l">
              <a:defRPr sz="2800">
                <a:solidFill>
                  <a:srgbClr val="FFFFFF"/>
                </a:solidFill>
              </a:defRPr>
            </a:lvl1pPr>
          </a:lstStyle>
          <a:p>
            <a:fld id="{0C972FCD-9765-44CC-9752-E7B11B5CC4F6}" type="datetimeFigureOut">
              <a:rPr lang="en-IN" smtClean="0"/>
              <a:t>28-06-2022</a:t>
            </a:fld>
            <a:endParaRPr lang="en-IN"/>
          </a:p>
        </p:txBody>
      </p:sp>
      <p:sp>
        <p:nvSpPr>
          <p:cNvPr id="5" name="Footer Placeholder 4"/>
          <p:cNvSpPr>
            <a:spLocks noGrp="1"/>
          </p:cNvSpPr>
          <p:nvPr>
            <p:ph type="ftr" sz="quarter" idx="3"/>
          </p:nvPr>
        </p:nvSpPr>
        <p:spPr>
          <a:xfrm>
            <a:off x="8599661" y="40315349"/>
            <a:ext cx="11251326" cy="2278735"/>
          </a:xfrm>
          <a:prstGeom prst="rect">
            <a:avLst/>
          </a:prstGeom>
        </p:spPr>
        <p:txBody>
          <a:bodyPr vert="horz" lIns="91440" tIns="45720" rIns="91440" bIns="45720" rtlCol="0" anchor="ctr"/>
          <a:lstStyle>
            <a:lvl1pPr algn="ctr">
              <a:defRPr sz="28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23097205" y="40315349"/>
            <a:ext cx="3060880" cy="2278735"/>
          </a:xfrm>
          <a:prstGeom prst="rect">
            <a:avLst/>
          </a:prstGeom>
        </p:spPr>
        <p:txBody>
          <a:bodyPr vert="horz" lIns="91440" tIns="45720" rIns="91440" bIns="45720" rtlCol="0" anchor="ctr"/>
          <a:lstStyle>
            <a:lvl1pPr algn="r">
              <a:defRPr sz="3266">
                <a:solidFill>
                  <a:srgbClr val="FFFFFF"/>
                </a:solidFill>
              </a:defRPr>
            </a:lvl1pPr>
          </a:lstStyle>
          <a:p>
            <a:fld id="{1CF6D0B2-FC02-4FCE-96D5-8F676BDAAEE6}" type="slidenum">
              <a:rPr lang="en-IN" smtClean="0"/>
              <a:t>‹#›</a:t>
            </a:fld>
            <a:endParaRPr lang="en-IN"/>
          </a:p>
        </p:txBody>
      </p:sp>
      <p:cxnSp>
        <p:nvCxnSpPr>
          <p:cNvPr id="10" name="Straight Connector 9"/>
          <p:cNvCxnSpPr/>
          <p:nvPr/>
        </p:nvCxnSpPr>
        <p:spPr>
          <a:xfrm>
            <a:off x="2784442" y="10845842"/>
            <a:ext cx="23252347"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21937946"/>
      </p:ext>
    </p:extLst>
  </p:cSld>
  <p:clrMap bg1="lt1" tx1="dk1" bg2="lt2" tx2="dk2" accent1="accent1" accent2="accent2" accent3="accent3" accent4="accent4" accent5="accent5" accent6="accent6" hlink="hlink" folHlink="folHlink"/>
  <p:sldLayoutIdLst>
    <p:sldLayoutId id="2147483882" r:id="rId1"/>
    <p:sldLayoutId id="2147483883" r:id="rId2"/>
    <p:sldLayoutId id="2147483884" r:id="rId3"/>
    <p:sldLayoutId id="2147483885" r:id="rId4"/>
    <p:sldLayoutId id="2147483886" r:id="rId5"/>
    <p:sldLayoutId id="2147483887" r:id="rId6"/>
    <p:sldLayoutId id="2147483888" r:id="rId7"/>
    <p:sldLayoutId id="2147483889" r:id="rId8"/>
    <p:sldLayoutId id="2147483890" r:id="rId9"/>
    <p:sldLayoutId id="2147483891" r:id="rId10"/>
    <p:sldLayoutId id="2147483892" r:id="rId11"/>
  </p:sldLayoutIdLst>
  <p:txStyles>
    <p:titleStyle>
      <a:lvl1pPr algn="l" defTabSz="2844333" rtl="0" eaLnBrk="1" latinLnBrk="0" hangingPunct="1">
        <a:lnSpc>
          <a:spcPct val="85000"/>
        </a:lnSpc>
        <a:spcBef>
          <a:spcPct val="0"/>
        </a:spcBef>
        <a:buNone/>
        <a:defRPr sz="14931" kern="1200" spc="-156" baseline="0">
          <a:solidFill>
            <a:schemeClr val="tx1">
              <a:lumMod val="75000"/>
              <a:lumOff val="25000"/>
            </a:schemeClr>
          </a:solidFill>
          <a:latin typeface="+mj-lt"/>
          <a:ea typeface="+mj-ea"/>
          <a:cs typeface="+mj-cs"/>
        </a:defRPr>
      </a:lvl1pPr>
    </p:titleStyle>
    <p:bodyStyle>
      <a:lvl1pPr marL="284433" indent="-284433" algn="l" defTabSz="2844333" rtl="0" eaLnBrk="1" latinLnBrk="0" hangingPunct="1">
        <a:lnSpc>
          <a:spcPct val="90000"/>
        </a:lnSpc>
        <a:spcBef>
          <a:spcPts val="3733"/>
        </a:spcBef>
        <a:spcAft>
          <a:spcPts val="622"/>
        </a:spcAft>
        <a:buClr>
          <a:schemeClr val="accent1"/>
        </a:buClr>
        <a:buSzPct val="100000"/>
        <a:buFont typeface="Calibri" panose="020F0502020204030204" pitchFamily="34" charset="0"/>
        <a:buChar char=" "/>
        <a:defRPr sz="6221" kern="1200">
          <a:solidFill>
            <a:schemeClr val="tx1">
              <a:lumMod val="75000"/>
              <a:lumOff val="25000"/>
            </a:schemeClr>
          </a:solidFill>
          <a:latin typeface="+mn-lt"/>
          <a:ea typeface="+mn-ea"/>
          <a:cs typeface="+mn-cs"/>
        </a:defRPr>
      </a:lvl1pPr>
      <a:lvl2pPr marL="1194620" indent="-568867" algn="l" defTabSz="2844333" rtl="0" eaLnBrk="1" latinLnBrk="0" hangingPunct="1">
        <a:lnSpc>
          <a:spcPct val="90000"/>
        </a:lnSpc>
        <a:spcBef>
          <a:spcPts val="622"/>
        </a:spcBef>
        <a:spcAft>
          <a:spcPts val="1244"/>
        </a:spcAft>
        <a:buClr>
          <a:schemeClr val="accent1"/>
        </a:buClr>
        <a:buFont typeface="Calibri" pitchFamily="34" charset="0"/>
        <a:buChar char="◦"/>
        <a:defRPr sz="5599" kern="1200">
          <a:solidFill>
            <a:schemeClr val="tx1">
              <a:lumMod val="75000"/>
              <a:lumOff val="25000"/>
            </a:schemeClr>
          </a:solidFill>
          <a:latin typeface="+mn-lt"/>
          <a:ea typeface="+mn-ea"/>
          <a:cs typeface="+mn-cs"/>
        </a:defRPr>
      </a:lvl2pPr>
      <a:lvl3pPr marL="1763486" indent="-568867" algn="l" defTabSz="2844333" rtl="0" eaLnBrk="1" latinLnBrk="0" hangingPunct="1">
        <a:lnSpc>
          <a:spcPct val="90000"/>
        </a:lnSpc>
        <a:spcBef>
          <a:spcPts val="622"/>
        </a:spcBef>
        <a:spcAft>
          <a:spcPts val="1244"/>
        </a:spcAft>
        <a:buClr>
          <a:schemeClr val="accent1"/>
        </a:buClr>
        <a:buFont typeface="Calibri" pitchFamily="34" charset="0"/>
        <a:buChar char="◦"/>
        <a:defRPr sz="4355" kern="1200">
          <a:solidFill>
            <a:schemeClr val="tx1">
              <a:lumMod val="75000"/>
              <a:lumOff val="25000"/>
            </a:schemeClr>
          </a:solidFill>
          <a:latin typeface="+mn-lt"/>
          <a:ea typeface="+mn-ea"/>
          <a:cs typeface="+mn-cs"/>
        </a:defRPr>
      </a:lvl3pPr>
      <a:lvl4pPr marL="2332353" indent="-568867" algn="l" defTabSz="2844333" rtl="0" eaLnBrk="1" latinLnBrk="0" hangingPunct="1">
        <a:lnSpc>
          <a:spcPct val="90000"/>
        </a:lnSpc>
        <a:spcBef>
          <a:spcPts val="622"/>
        </a:spcBef>
        <a:spcAft>
          <a:spcPts val="1244"/>
        </a:spcAft>
        <a:buClr>
          <a:schemeClr val="accent1"/>
        </a:buClr>
        <a:buFont typeface="Calibri" pitchFamily="34" charset="0"/>
        <a:buChar char="◦"/>
        <a:defRPr sz="4355" kern="1200">
          <a:solidFill>
            <a:schemeClr val="tx1">
              <a:lumMod val="75000"/>
              <a:lumOff val="25000"/>
            </a:schemeClr>
          </a:solidFill>
          <a:latin typeface="+mn-lt"/>
          <a:ea typeface="+mn-ea"/>
          <a:cs typeface="+mn-cs"/>
        </a:defRPr>
      </a:lvl4pPr>
      <a:lvl5pPr marL="2901219" indent="-568867" algn="l" defTabSz="2844333" rtl="0" eaLnBrk="1" latinLnBrk="0" hangingPunct="1">
        <a:lnSpc>
          <a:spcPct val="90000"/>
        </a:lnSpc>
        <a:spcBef>
          <a:spcPts val="622"/>
        </a:spcBef>
        <a:spcAft>
          <a:spcPts val="1244"/>
        </a:spcAft>
        <a:buClr>
          <a:schemeClr val="accent1"/>
        </a:buClr>
        <a:buFont typeface="Calibri" pitchFamily="34" charset="0"/>
        <a:buChar char="◦"/>
        <a:defRPr sz="4355" kern="1200">
          <a:solidFill>
            <a:schemeClr val="tx1">
              <a:lumMod val="75000"/>
              <a:lumOff val="25000"/>
            </a:schemeClr>
          </a:solidFill>
          <a:latin typeface="+mn-lt"/>
          <a:ea typeface="+mn-ea"/>
          <a:cs typeface="+mn-cs"/>
        </a:defRPr>
      </a:lvl5pPr>
      <a:lvl6pPr marL="3421660" indent="-711083" algn="l" defTabSz="2844333" rtl="0" eaLnBrk="1" latinLnBrk="0" hangingPunct="1">
        <a:lnSpc>
          <a:spcPct val="90000"/>
        </a:lnSpc>
        <a:spcBef>
          <a:spcPts val="622"/>
        </a:spcBef>
        <a:spcAft>
          <a:spcPts val="1244"/>
        </a:spcAft>
        <a:buClr>
          <a:schemeClr val="accent1"/>
        </a:buClr>
        <a:buFont typeface="Calibri" pitchFamily="34" charset="0"/>
        <a:buChar char="◦"/>
        <a:defRPr sz="4355" kern="1200">
          <a:solidFill>
            <a:schemeClr val="tx1">
              <a:lumMod val="75000"/>
              <a:lumOff val="25000"/>
            </a:schemeClr>
          </a:solidFill>
          <a:latin typeface="+mn-lt"/>
          <a:ea typeface="+mn-ea"/>
          <a:cs typeface="+mn-cs"/>
        </a:defRPr>
      </a:lvl6pPr>
      <a:lvl7pPr marL="4043780" indent="-711083" algn="l" defTabSz="2844333" rtl="0" eaLnBrk="1" latinLnBrk="0" hangingPunct="1">
        <a:lnSpc>
          <a:spcPct val="90000"/>
        </a:lnSpc>
        <a:spcBef>
          <a:spcPts val="622"/>
        </a:spcBef>
        <a:spcAft>
          <a:spcPts val="1244"/>
        </a:spcAft>
        <a:buClr>
          <a:schemeClr val="accent1"/>
        </a:buClr>
        <a:buFont typeface="Calibri" pitchFamily="34" charset="0"/>
        <a:buChar char="◦"/>
        <a:defRPr sz="4355" kern="1200">
          <a:solidFill>
            <a:schemeClr val="tx1">
              <a:lumMod val="75000"/>
              <a:lumOff val="25000"/>
            </a:schemeClr>
          </a:solidFill>
          <a:latin typeface="+mn-lt"/>
          <a:ea typeface="+mn-ea"/>
          <a:cs typeface="+mn-cs"/>
        </a:defRPr>
      </a:lvl7pPr>
      <a:lvl8pPr marL="4665900" indent="-711083" algn="l" defTabSz="2844333" rtl="0" eaLnBrk="1" latinLnBrk="0" hangingPunct="1">
        <a:lnSpc>
          <a:spcPct val="90000"/>
        </a:lnSpc>
        <a:spcBef>
          <a:spcPts val="622"/>
        </a:spcBef>
        <a:spcAft>
          <a:spcPts val="1244"/>
        </a:spcAft>
        <a:buClr>
          <a:schemeClr val="accent1"/>
        </a:buClr>
        <a:buFont typeface="Calibri" pitchFamily="34" charset="0"/>
        <a:buChar char="◦"/>
        <a:defRPr sz="4355" kern="1200">
          <a:solidFill>
            <a:schemeClr val="tx1">
              <a:lumMod val="75000"/>
              <a:lumOff val="25000"/>
            </a:schemeClr>
          </a:solidFill>
          <a:latin typeface="+mn-lt"/>
          <a:ea typeface="+mn-ea"/>
          <a:cs typeface="+mn-cs"/>
        </a:defRPr>
      </a:lvl8pPr>
      <a:lvl9pPr marL="5288020" indent="-711083" algn="l" defTabSz="2844333" rtl="0" eaLnBrk="1" latinLnBrk="0" hangingPunct="1">
        <a:lnSpc>
          <a:spcPct val="90000"/>
        </a:lnSpc>
        <a:spcBef>
          <a:spcPts val="622"/>
        </a:spcBef>
        <a:spcAft>
          <a:spcPts val="1244"/>
        </a:spcAft>
        <a:buClr>
          <a:schemeClr val="accent1"/>
        </a:buClr>
        <a:buFont typeface="Calibri" pitchFamily="34" charset="0"/>
        <a:buChar char="◦"/>
        <a:defRPr sz="4355" kern="1200">
          <a:solidFill>
            <a:schemeClr val="tx1">
              <a:lumMod val="75000"/>
              <a:lumOff val="25000"/>
            </a:schemeClr>
          </a:solidFill>
          <a:latin typeface="+mn-lt"/>
          <a:ea typeface="+mn-ea"/>
          <a:cs typeface="+mn-cs"/>
        </a:defRPr>
      </a:lvl9pPr>
    </p:bodyStyle>
    <p:otherStyle>
      <a:defPPr>
        <a:defRPr lang="en-US"/>
      </a:defPPr>
      <a:lvl1pPr marL="0" algn="l" defTabSz="2844333" rtl="0" eaLnBrk="1" latinLnBrk="0" hangingPunct="1">
        <a:defRPr sz="5599" kern="1200">
          <a:solidFill>
            <a:schemeClr val="tx1"/>
          </a:solidFill>
          <a:latin typeface="+mn-lt"/>
          <a:ea typeface="+mn-ea"/>
          <a:cs typeface="+mn-cs"/>
        </a:defRPr>
      </a:lvl1pPr>
      <a:lvl2pPr marL="1422166" algn="l" defTabSz="2844333" rtl="0" eaLnBrk="1" latinLnBrk="0" hangingPunct="1">
        <a:defRPr sz="5599" kern="1200">
          <a:solidFill>
            <a:schemeClr val="tx1"/>
          </a:solidFill>
          <a:latin typeface="+mn-lt"/>
          <a:ea typeface="+mn-ea"/>
          <a:cs typeface="+mn-cs"/>
        </a:defRPr>
      </a:lvl2pPr>
      <a:lvl3pPr marL="2844333" algn="l" defTabSz="2844333" rtl="0" eaLnBrk="1" latinLnBrk="0" hangingPunct="1">
        <a:defRPr sz="5599" kern="1200">
          <a:solidFill>
            <a:schemeClr val="tx1"/>
          </a:solidFill>
          <a:latin typeface="+mn-lt"/>
          <a:ea typeface="+mn-ea"/>
          <a:cs typeface="+mn-cs"/>
        </a:defRPr>
      </a:lvl3pPr>
      <a:lvl4pPr marL="4266499" algn="l" defTabSz="2844333" rtl="0" eaLnBrk="1" latinLnBrk="0" hangingPunct="1">
        <a:defRPr sz="5599" kern="1200">
          <a:solidFill>
            <a:schemeClr val="tx1"/>
          </a:solidFill>
          <a:latin typeface="+mn-lt"/>
          <a:ea typeface="+mn-ea"/>
          <a:cs typeface="+mn-cs"/>
        </a:defRPr>
      </a:lvl4pPr>
      <a:lvl5pPr marL="5688665" algn="l" defTabSz="2844333" rtl="0" eaLnBrk="1" latinLnBrk="0" hangingPunct="1">
        <a:defRPr sz="5599" kern="1200">
          <a:solidFill>
            <a:schemeClr val="tx1"/>
          </a:solidFill>
          <a:latin typeface="+mn-lt"/>
          <a:ea typeface="+mn-ea"/>
          <a:cs typeface="+mn-cs"/>
        </a:defRPr>
      </a:lvl5pPr>
      <a:lvl6pPr marL="7110832" algn="l" defTabSz="2844333" rtl="0" eaLnBrk="1" latinLnBrk="0" hangingPunct="1">
        <a:defRPr sz="5599" kern="1200">
          <a:solidFill>
            <a:schemeClr val="tx1"/>
          </a:solidFill>
          <a:latin typeface="+mn-lt"/>
          <a:ea typeface="+mn-ea"/>
          <a:cs typeface="+mn-cs"/>
        </a:defRPr>
      </a:lvl6pPr>
      <a:lvl7pPr marL="8532998" algn="l" defTabSz="2844333" rtl="0" eaLnBrk="1" latinLnBrk="0" hangingPunct="1">
        <a:defRPr sz="5599" kern="1200">
          <a:solidFill>
            <a:schemeClr val="tx1"/>
          </a:solidFill>
          <a:latin typeface="+mn-lt"/>
          <a:ea typeface="+mn-ea"/>
          <a:cs typeface="+mn-cs"/>
        </a:defRPr>
      </a:lvl7pPr>
      <a:lvl8pPr marL="9955164" algn="l" defTabSz="2844333" rtl="0" eaLnBrk="1" latinLnBrk="0" hangingPunct="1">
        <a:defRPr sz="5599" kern="1200">
          <a:solidFill>
            <a:schemeClr val="tx1"/>
          </a:solidFill>
          <a:latin typeface="+mn-lt"/>
          <a:ea typeface="+mn-ea"/>
          <a:cs typeface="+mn-cs"/>
        </a:defRPr>
      </a:lvl8pPr>
      <a:lvl9pPr marL="11377331" algn="l" defTabSz="2844333" rtl="0" eaLnBrk="1" latinLnBrk="0" hangingPunct="1">
        <a:defRPr sz="559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6111" y="194475"/>
            <a:ext cx="2857500" cy="2857500"/>
          </a:xfrm>
          <a:prstGeom prst="rect">
            <a:avLst/>
          </a:prstGeom>
        </p:spPr>
      </p:pic>
      <p:sp>
        <p:nvSpPr>
          <p:cNvPr id="5" name="Rounded Rectangle 4"/>
          <p:cNvSpPr/>
          <p:nvPr/>
        </p:nvSpPr>
        <p:spPr>
          <a:xfrm>
            <a:off x="4531264" y="245289"/>
            <a:ext cx="22707600" cy="3403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8800" b="1" dirty="0"/>
              <a:t>Computational Fluid Dynamics Project </a:t>
            </a:r>
          </a:p>
        </p:txBody>
      </p:sp>
      <p:sp>
        <p:nvSpPr>
          <p:cNvPr id="6" name="Rounded Rectangle 5"/>
          <p:cNvSpPr/>
          <p:nvPr/>
        </p:nvSpPr>
        <p:spPr>
          <a:xfrm>
            <a:off x="1206405" y="6400800"/>
            <a:ext cx="13658992" cy="7924800"/>
          </a:xfrm>
          <a:prstGeom prst="round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IN" sz="2800" dirty="0">
                <a:solidFill>
                  <a:schemeClr val="tx1"/>
                </a:solidFill>
                <a:latin typeface="Times New Roman" panose="02020603050405020304" pitchFamily="18" charset="0"/>
                <a:cs typeface="Times New Roman" panose="02020603050405020304" pitchFamily="18" charset="0"/>
              </a:rPr>
              <a:t>Ahmed body (a simplified car body) is a generic car body that captures the essential flow characteristics around this car that means the air flow around the Ahmed body. The main objective of the benchmark validation was to analyse the CFD, and to compare their results with measuring data.</a:t>
            </a:r>
          </a:p>
          <a:p>
            <a:pPr algn="just"/>
            <a:r>
              <a:rPr lang="en-IN" sz="2800" dirty="0">
                <a:solidFill>
                  <a:schemeClr val="tx1"/>
                </a:solidFill>
                <a:latin typeface="Times New Roman" panose="02020603050405020304" pitchFamily="18" charset="0"/>
                <a:cs typeface="Times New Roman" panose="02020603050405020304" pitchFamily="18" charset="0"/>
              </a:rPr>
              <a:t>Under normal conditions the flow around road vehicles (cars, buses and trucks) is mainly turbulent. It is usually affected by high dropping and recirculation areas, a complex wake-flow, long vortices and interconnections of vehicle and ground boundary layer flow. It is crucial for the designer to fully understand the structure of the flow around the vehicle while developing new roaders. This will affect such key features as vehicle shape, aerodynamic drag, fuel consumption, noise production and traffic control. Vehicle designers have traditionally gained their knowledge of a vehicle's air flow through extensive wind tunnel tests.</a:t>
            </a:r>
          </a:p>
          <a:p>
            <a:endParaRPr lang="en-IN" sz="3200" dirty="0">
              <a:solidFill>
                <a:schemeClr val="tx1"/>
              </a:solidFill>
            </a:endParaRPr>
          </a:p>
        </p:txBody>
      </p:sp>
      <p:sp>
        <p:nvSpPr>
          <p:cNvPr id="7" name="Rounded Rectangle 6"/>
          <p:cNvSpPr/>
          <p:nvPr/>
        </p:nvSpPr>
        <p:spPr>
          <a:xfrm>
            <a:off x="2248039" y="5943600"/>
            <a:ext cx="3631731" cy="914400"/>
          </a:xfrm>
          <a:prstGeom prst="round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000" dirty="0">
                <a:latin typeface="Times New Roman" panose="02020603050405020304" pitchFamily="18" charset="0"/>
                <a:cs typeface="Times New Roman" panose="02020603050405020304" pitchFamily="18" charset="0"/>
              </a:rPr>
              <a:t>  Introduction</a:t>
            </a:r>
            <a:endParaRPr lang="en-IN" sz="4000" dirty="0">
              <a:latin typeface="Times New Roman" panose="02020603050405020304" pitchFamily="18" charset="0"/>
              <a:cs typeface="Times New Roman" panose="02020603050405020304" pitchFamily="18" charset="0"/>
            </a:endParaRPr>
          </a:p>
        </p:txBody>
      </p:sp>
      <p:sp>
        <p:nvSpPr>
          <p:cNvPr id="16" name="Rounded Rectangle 15"/>
          <p:cNvSpPr/>
          <p:nvPr/>
        </p:nvSpPr>
        <p:spPr>
          <a:xfrm>
            <a:off x="1269808" y="23246326"/>
            <a:ext cx="13658992" cy="6643393"/>
          </a:xfrm>
          <a:prstGeom prst="roundRect">
            <a:avLst/>
          </a:prstGeom>
          <a:solidFill>
            <a:srgbClr val="D4D4E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sz="2800" b="1" u="sng" dirty="0">
              <a:solidFill>
                <a:schemeClr val="tx1"/>
              </a:solidFill>
              <a:latin typeface="Times New Roman" panose="02020603050405020304" pitchFamily="18" charset="0"/>
              <a:cs typeface="Times New Roman" panose="02020603050405020304" pitchFamily="18" charset="0"/>
            </a:endParaRPr>
          </a:p>
          <a:p>
            <a:endParaRPr lang="en-IN" sz="2800" b="1" u="sng" dirty="0">
              <a:solidFill>
                <a:schemeClr val="tx1"/>
              </a:solidFill>
              <a:latin typeface="Times New Roman" panose="02020603050405020304" pitchFamily="18" charset="0"/>
              <a:cs typeface="Times New Roman" panose="02020603050405020304" pitchFamily="18" charset="0"/>
            </a:endParaRPr>
          </a:p>
          <a:p>
            <a:endParaRPr lang="en-IN" sz="2800" b="1" u="sng" dirty="0">
              <a:solidFill>
                <a:schemeClr val="tx1"/>
              </a:solidFill>
              <a:latin typeface="Times New Roman" panose="02020603050405020304" pitchFamily="18" charset="0"/>
              <a:cs typeface="Times New Roman" panose="02020603050405020304" pitchFamily="18" charset="0"/>
            </a:endParaRPr>
          </a:p>
          <a:p>
            <a:r>
              <a:rPr lang="en-IN" sz="2800" b="1" u="sng" dirty="0">
                <a:solidFill>
                  <a:schemeClr val="tx1"/>
                </a:solidFill>
                <a:latin typeface="Times New Roman" panose="02020603050405020304" pitchFamily="18" charset="0"/>
                <a:cs typeface="Times New Roman" panose="02020603050405020304" pitchFamily="18" charset="0"/>
              </a:rPr>
              <a:t>Contour of stream function:-</a:t>
            </a:r>
            <a:r>
              <a:rPr lang="en-IN" sz="2800" b="1" dirty="0">
                <a:solidFill>
                  <a:schemeClr val="tx1"/>
                </a:solidFill>
                <a:latin typeface="Times New Roman" panose="02020603050405020304" pitchFamily="18" charset="0"/>
                <a:cs typeface="Times New Roman" panose="02020603050405020304" pitchFamily="18" charset="0"/>
              </a:rPr>
              <a:t>  </a:t>
            </a:r>
            <a:r>
              <a:rPr lang="en-IN" sz="2800" dirty="0">
                <a:solidFill>
                  <a:schemeClr val="tx1"/>
                </a:solidFill>
                <a:latin typeface="Times New Roman" panose="02020603050405020304" pitchFamily="18" charset="0"/>
                <a:cs typeface="Times New Roman" panose="02020603050405020304" pitchFamily="18" charset="0"/>
              </a:rPr>
              <a:t>T</a:t>
            </a:r>
            <a:r>
              <a:rPr lang="en-IN" sz="2800" dirty="0">
                <a:solidFill>
                  <a:schemeClr val="tx1"/>
                </a:solidFill>
              </a:rPr>
              <a:t>he majority of the drag of a bluff body is generated by separation in the rear region of the body and formation of the vortices wake structure, the flow visualization study is focused in this region.</a:t>
            </a:r>
            <a:endParaRPr lang="en-IN" sz="2800" b="1" u="sng" dirty="0">
              <a:solidFill>
                <a:schemeClr val="tx1"/>
              </a:solidFill>
              <a:latin typeface="Times New Roman" panose="02020603050405020304" pitchFamily="18" charset="0"/>
              <a:cs typeface="Times New Roman" panose="02020603050405020304" pitchFamily="18" charset="0"/>
            </a:endParaRPr>
          </a:p>
          <a:p>
            <a:endParaRPr lang="en-IN" sz="2800" b="1" u="sng" dirty="0">
              <a:solidFill>
                <a:schemeClr val="tx1"/>
              </a:solidFill>
              <a:latin typeface="Times New Roman" panose="02020603050405020304" pitchFamily="18" charset="0"/>
              <a:cs typeface="Times New Roman" panose="02020603050405020304" pitchFamily="18" charset="0"/>
            </a:endParaRPr>
          </a:p>
          <a:p>
            <a:endParaRPr lang="en-IN" sz="2800" b="1" u="sng" dirty="0">
              <a:solidFill>
                <a:schemeClr val="tx1"/>
              </a:solidFill>
              <a:latin typeface="Times New Roman" panose="02020603050405020304" pitchFamily="18" charset="0"/>
              <a:cs typeface="Times New Roman" panose="02020603050405020304" pitchFamily="18" charset="0"/>
            </a:endParaRPr>
          </a:p>
          <a:p>
            <a:endParaRPr lang="en-IN" sz="2800" b="1" u="sng" dirty="0">
              <a:solidFill>
                <a:schemeClr val="tx1"/>
              </a:solidFill>
              <a:latin typeface="Times New Roman" panose="02020603050405020304" pitchFamily="18" charset="0"/>
              <a:cs typeface="Times New Roman" panose="02020603050405020304" pitchFamily="18" charset="0"/>
            </a:endParaRPr>
          </a:p>
          <a:p>
            <a:endParaRPr lang="en-IN" sz="2800" b="1" u="sng" dirty="0">
              <a:solidFill>
                <a:schemeClr val="tx1"/>
              </a:solidFill>
              <a:latin typeface="Times New Roman" panose="02020603050405020304" pitchFamily="18" charset="0"/>
              <a:cs typeface="Times New Roman" panose="02020603050405020304" pitchFamily="18" charset="0"/>
            </a:endParaRPr>
          </a:p>
          <a:p>
            <a:endParaRPr lang="en-IN" sz="2800" b="1" u="sng" dirty="0">
              <a:solidFill>
                <a:schemeClr val="tx1"/>
              </a:solidFill>
              <a:latin typeface="Times New Roman" panose="02020603050405020304" pitchFamily="18" charset="0"/>
              <a:cs typeface="Times New Roman" panose="02020603050405020304" pitchFamily="18" charset="0"/>
            </a:endParaRPr>
          </a:p>
          <a:p>
            <a:endParaRPr lang="en-IN" sz="2800" b="1" u="sng" dirty="0">
              <a:solidFill>
                <a:schemeClr val="tx1"/>
              </a:solidFill>
              <a:latin typeface="Times New Roman" panose="02020603050405020304" pitchFamily="18" charset="0"/>
              <a:cs typeface="Times New Roman" panose="02020603050405020304" pitchFamily="18" charset="0"/>
            </a:endParaRPr>
          </a:p>
          <a:p>
            <a:endParaRPr lang="en-IN" sz="2800" b="1" u="sng" dirty="0">
              <a:solidFill>
                <a:schemeClr val="tx1"/>
              </a:solidFill>
              <a:latin typeface="Times New Roman" panose="02020603050405020304" pitchFamily="18" charset="0"/>
              <a:cs typeface="Times New Roman" panose="02020603050405020304" pitchFamily="18" charset="0"/>
            </a:endParaRPr>
          </a:p>
          <a:p>
            <a:endParaRPr lang="en-IN" sz="2800" b="1" u="sng" dirty="0">
              <a:solidFill>
                <a:schemeClr val="tx1"/>
              </a:solidFill>
              <a:latin typeface="Times New Roman" panose="02020603050405020304" pitchFamily="18" charset="0"/>
              <a:cs typeface="Times New Roman" panose="02020603050405020304" pitchFamily="18" charset="0"/>
            </a:endParaRPr>
          </a:p>
          <a:p>
            <a:endParaRPr lang="en-IN" sz="2800" b="1" u="sng" dirty="0">
              <a:solidFill>
                <a:schemeClr val="tx1"/>
              </a:solidFill>
              <a:latin typeface="Times New Roman" panose="02020603050405020304" pitchFamily="18" charset="0"/>
              <a:cs typeface="Times New Roman" panose="02020603050405020304" pitchFamily="18" charset="0"/>
            </a:endParaRPr>
          </a:p>
          <a:p>
            <a:endParaRPr lang="en-IN" sz="2800" b="1" u="sng" dirty="0">
              <a:solidFill>
                <a:schemeClr val="tx1"/>
              </a:solidFill>
              <a:latin typeface="Times New Roman" panose="02020603050405020304" pitchFamily="18" charset="0"/>
              <a:cs typeface="Times New Roman" panose="02020603050405020304" pitchFamily="18" charset="0"/>
            </a:endParaRPr>
          </a:p>
          <a:p>
            <a:endParaRPr lang="en-IN" sz="2800" b="1" u="sng" dirty="0">
              <a:solidFill>
                <a:schemeClr val="tx1"/>
              </a:solidFill>
              <a:latin typeface="Times New Roman" panose="02020603050405020304" pitchFamily="18" charset="0"/>
              <a:cs typeface="Times New Roman" panose="02020603050405020304" pitchFamily="18" charset="0"/>
            </a:endParaRPr>
          </a:p>
          <a:p>
            <a:endParaRPr lang="en-IN" sz="2800" dirty="0">
              <a:solidFill>
                <a:schemeClr val="tx1"/>
              </a:solidFill>
              <a:latin typeface="Times New Roman" panose="02020603050405020304" pitchFamily="18" charset="0"/>
              <a:cs typeface="Times New Roman" panose="02020603050405020304" pitchFamily="18" charset="0"/>
            </a:endParaRPr>
          </a:p>
          <a:p>
            <a:r>
              <a:rPr lang="en-IN" b="1" dirty="0"/>
              <a:t> </a:t>
            </a:r>
            <a:endParaRPr lang="en-IN" dirty="0"/>
          </a:p>
        </p:txBody>
      </p:sp>
      <p:sp>
        <p:nvSpPr>
          <p:cNvPr id="20" name="Rounded Rectangle 19"/>
          <p:cNvSpPr/>
          <p:nvPr/>
        </p:nvSpPr>
        <p:spPr>
          <a:xfrm>
            <a:off x="15549048" y="15563564"/>
            <a:ext cx="11849195" cy="6716637"/>
          </a:xfrm>
          <a:prstGeom prst="roundRect">
            <a:avLst/>
          </a:prstGeom>
          <a:solidFill>
            <a:srgbClr val="FF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sz="3000" dirty="0">
              <a:solidFill>
                <a:schemeClr val="tx1"/>
              </a:solidFill>
              <a:latin typeface="Times New Roman" panose="02020603050405020304" pitchFamily="18" charset="0"/>
              <a:cs typeface="Times New Roman" panose="02020603050405020304" pitchFamily="18" charset="0"/>
            </a:endParaRPr>
          </a:p>
          <a:p>
            <a:endParaRPr lang="en-IN" sz="3000" dirty="0">
              <a:solidFill>
                <a:schemeClr val="tx1"/>
              </a:solidFill>
              <a:latin typeface="Times New Roman" panose="02020603050405020304" pitchFamily="18" charset="0"/>
              <a:cs typeface="Times New Roman" panose="02020603050405020304" pitchFamily="18" charset="0"/>
            </a:endParaRPr>
          </a:p>
          <a:p>
            <a:endParaRPr lang="en-IN" sz="3000" dirty="0">
              <a:solidFill>
                <a:schemeClr val="tx1"/>
              </a:solidFill>
              <a:latin typeface="Times New Roman" panose="02020603050405020304" pitchFamily="18" charset="0"/>
              <a:cs typeface="Times New Roman" panose="02020603050405020304" pitchFamily="18" charset="0"/>
            </a:endParaRPr>
          </a:p>
          <a:p>
            <a:endParaRPr lang="en-IN" sz="3000" dirty="0">
              <a:solidFill>
                <a:schemeClr val="tx1"/>
              </a:solidFill>
              <a:latin typeface="Times New Roman" panose="02020603050405020304" pitchFamily="18" charset="0"/>
              <a:cs typeface="Times New Roman" panose="02020603050405020304" pitchFamily="18" charset="0"/>
            </a:endParaRPr>
          </a:p>
          <a:p>
            <a:endParaRPr lang="en-IN" sz="3000" dirty="0">
              <a:solidFill>
                <a:schemeClr val="tx1"/>
              </a:solidFill>
              <a:latin typeface="Times New Roman" panose="02020603050405020304" pitchFamily="18" charset="0"/>
              <a:cs typeface="Times New Roman" panose="02020603050405020304" pitchFamily="18" charset="0"/>
            </a:endParaRPr>
          </a:p>
          <a:p>
            <a:endParaRPr lang="en-IN" sz="3000" dirty="0">
              <a:solidFill>
                <a:schemeClr val="tx1"/>
              </a:solidFill>
              <a:latin typeface="Times New Roman" panose="02020603050405020304" pitchFamily="18" charset="0"/>
              <a:cs typeface="Times New Roman" panose="02020603050405020304" pitchFamily="18" charset="0"/>
            </a:endParaRPr>
          </a:p>
          <a:p>
            <a:endParaRPr lang="en-IN" sz="3000" dirty="0">
              <a:solidFill>
                <a:schemeClr val="tx1"/>
              </a:solidFill>
              <a:latin typeface="Times New Roman" panose="02020603050405020304" pitchFamily="18" charset="0"/>
              <a:cs typeface="Times New Roman" panose="02020603050405020304" pitchFamily="18" charset="0"/>
            </a:endParaRPr>
          </a:p>
          <a:p>
            <a:endParaRPr lang="en-IN" sz="3000" dirty="0">
              <a:solidFill>
                <a:schemeClr val="tx1"/>
              </a:solidFill>
              <a:latin typeface="Times New Roman" panose="02020603050405020304" pitchFamily="18" charset="0"/>
              <a:cs typeface="Times New Roman" panose="02020603050405020304" pitchFamily="18" charset="0"/>
            </a:endParaRPr>
          </a:p>
          <a:p>
            <a:endParaRPr lang="en-IN" sz="3000" dirty="0">
              <a:solidFill>
                <a:schemeClr val="tx1"/>
              </a:solidFill>
              <a:latin typeface="Times New Roman" panose="02020603050405020304" pitchFamily="18" charset="0"/>
              <a:cs typeface="Times New Roman" panose="02020603050405020304" pitchFamily="18" charset="0"/>
            </a:endParaRPr>
          </a:p>
          <a:p>
            <a:endParaRPr lang="en-IN" sz="3000" dirty="0">
              <a:solidFill>
                <a:schemeClr val="tx1"/>
              </a:solidFill>
              <a:latin typeface="Times New Roman" panose="02020603050405020304" pitchFamily="18" charset="0"/>
              <a:cs typeface="Times New Roman" panose="02020603050405020304" pitchFamily="18" charset="0"/>
            </a:endParaRPr>
          </a:p>
          <a:p>
            <a:endParaRPr lang="en-IN" sz="3000" dirty="0">
              <a:solidFill>
                <a:schemeClr val="tx1"/>
              </a:solidFill>
              <a:latin typeface="Times New Roman" panose="02020603050405020304" pitchFamily="18" charset="0"/>
              <a:cs typeface="Times New Roman" panose="02020603050405020304" pitchFamily="18" charset="0"/>
            </a:endParaRPr>
          </a:p>
          <a:p>
            <a:endParaRPr lang="en-IN" sz="3000" dirty="0">
              <a:solidFill>
                <a:schemeClr val="tx1"/>
              </a:solidFill>
              <a:latin typeface="Times New Roman" panose="02020603050405020304" pitchFamily="18" charset="0"/>
              <a:cs typeface="Times New Roman" panose="02020603050405020304" pitchFamily="18" charset="0"/>
            </a:endParaRPr>
          </a:p>
          <a:p>
            <a:endParaRPr lang="en-IN" sz="3000" dirty="0">
              <a:solidFill>
                <a:schemeClr val="tx1"/>
              </a:solidFill>
              <a:latin typeface="Times New Roman" panose="02020603050405020304" pitchFamily="18" charset="0"/>
              <a:cs typeface="Times New Roman" panose="02020603050405020304" pitchFamily="18" charset="0"/>
            </a:endParaRPr>
          </a:p>
          <a:p>
            <a:endParaRPr lang="en-IN" sz="3000" dirty="0">
              <a:solidFill>
                <a:schemeClr val="tx1"/>
              </a:solidFill>
              <a:latin typeface="Times New Roman" panose="02020603050405020304" pitchFamily="18" charset="0"/>
              <a:cs typeface="Times New Roman" panose="02020603050405020304" pitchFamily="18" charset="0"/>
            </a:endParaRPr>
          </a:p>
          <a:p>
            <a:endParaRPr lang="en-IN" sz="3000" dirty="0">
              <a:solidFill>
                <a:schemeClr val="tx1"/>
              </a:solidFill>
              <a:latin typeface="Times New Roman" panose="02020603050405020304" pitchFamily="18" charset="0"/>
              <a:cs typeface="Times New Roman" panose="02020603050405020304" pitchFamily="18" charset="0"/>
            </a:endParaRPr>
          </a:p>
          <a:p>
            <a:endParaRPr lang="en-IN" sz="3000" dirty="0">
              <a:solidFill>
                <a:schemeClr val="tx1"/>
              </a:solidFill>
              <a:latin typeface="Times New Roman" panose="02020603050405020304" pitchFamily="18" charset="0"/>
              <a:cs typeface="Times New Roman" panose="02020603050405020304" pitchFamily="18" charset="0"/>
            </a:endParaRPr>
          </a:p>
          <a:p>
            <a:endParaRPr lang="en-IN" sz="3000" dirty="0">
              <a:solidFill>
                <a:schemeClr val="tx1"/>
              </a:solidFill>
              <a:latin typeface="Times New Roman" panose="02020603050405020304" pitchFamily="18" charset="0"/>
              <a:cs typeface="Times New Roman" panose="02020603050405020304" pitchFamily="18" charset="0"/>
            </a:endParaRPr>
          </a:p>
          <a:p>
            <a:endParaRPr lang="en-IN" sz="3000" dirty="0">
              <a:solidFill>
                <a:schemeClr val="tx1"/>
              </a:solidFill>
              <a:latin typeface="Times New Roman" panose="02020603050405020304" pitchFamily="18" charset="0"/>
              <a:cs typeface="Times New Roman" panose="02020603050405020304" pitchFamily="18" charset="0"/>
            </a:endParaRPr>
          </a:p>
          <a:p>
            <a:endParaRPr lang="en-IN" sz="3000" dirty="0">
              <a:solidFill>
                <a:schemeClr val="tx1"/>
              </a:solidFill>
              <a:latin typeface="Times New Roman" panose="02020603050405020304" pitchFamily="18" charset="0"/>
              <a:cs typeface="Times New Roman" panose="02020603050405020304" pitchFamily="18" charset="0"/>
            </a:endParaRPr>
          </a:p>
          <a:p>
            <a:endParaRPr lang="en-IN" sz="3000" dirty="0">
              <a:solidFill>
                <a:schemeClr val="tx1"/>
              </a:solidFill>
              <a:latin typeface="Times New Roman" panose="02020603050405020304" pitchFamily="18" charset="0"/>
              <a:cs typeface="Times New Roman" panose="02020603050405020304" pitchFamily="18" charset="0"/>
            </a:endParaRPr>
          </a:p>
          <a:p>
            <a:endParaRPr lang="en-IN" sz="3000" dirty="0">
              <a:solidFill>
                <a:schemeClr val="tx1"/>
              </a:solidFill>
              <a:latin typeface="Times New Roman" panose="02020603050405020304" pitchFamily="18" charset="0"/>
              <a:cs typeface="Times New Roman" panose="02020603050405020304" pitchFamily="18" charset="0"/>
            </a:endParaRPr>
          </a:p>
          <a:p>
            <a:endParaRPr lang="en-IN" sz="3000" dirty="0">
              <a:solidFill>
                <a:schemeClr val="tx1"/>
              </a:solidFill>
              <a:latin typeface="Times New Roman" panose="02020603050405020304" pitchFamily="18" charset="0"/>
              <a:cs typeface="Times New Roman" panose="02020603050405020304" pitchFamily="18" charset="0"/>
            </a:endParaRPr>
          </a:p>
          <a:p>
            <a:endParaRPr lang="en-IN" sz="3000" dirty="0">
              <a:solidFill>
                <a:schemeClr val="tx1"/>
              </a:solidFill>
              <a:latin typeface="Times New Roman" panose="02020603050405020304" pitchFamily="18" charset="0"/>
              <a:cs typeface="Times New Roman" panose="02020603050405020304" pitchFamily="18" charset="0"/>
            </a:endParaRPr>
          </a:p>
          <a:p>
            <a:r>
              <a:rPr lang="en-IN" sz="3000" dirty="0">
                <a:solidFill>
                  <a:schemeClr val="tx1"/>
                </a:solidFill>
                <a:latin typeface="Times New Roman" panose="02020603050405020304" pitchFamily="18" charset="0"/>
                <a:cs typeface="Times New Roman" panose="02020603050405020304" pitchFamily="18" charset="0"/>
              </a:rPr>
              <a:t>The 2D computational domain is discretized which has triangular elements.  .</a:t>
            </a:r>
          </a:p>
          <a:p>
            <a:endParaRPr lang="en-IN" sz="3000" dirty="0">
              <a:solidFill>
                <a:schemeClr val="tx1"/>
              </a:solidFill>
              <a:latin typeface="Times New Roman" panose="02020603050405020304" pitchFamily="18" charset="0"/>
              <a:cs typeface="Times New Roman" panose="02020603050405020304" pitchFamily="18" charset="0"/>
            </a:endParaRPr>
          </a:p>
          <a:p>
            <a:endParaRPr lang="en-IN" sz="3000" dirty="0">
              <a:solidFill>
                <a:schemeClr val="tx1"/>
              </a:solidFill>
              <a:latin typeface="Times New Roman" panose="02020603050405020304" pitchFamily="18" charset="0"/>
              <a:cs typeface="Times New Roman" panose="02020603050405020304" pitchFamily="18" charset="0"/>
            </a:endParaRPr>
          </a:p>
          <a:p>
            <a:endParaRPr lang="en-IN" sz="3000" dirty="0">
              <a:solidFill>
                <a:schemeClr val="tx1"/>
              </a:solidFill>
              <a:latin typeface="Times New Roman" panose="02020603050405020304" pitchFamily="18" charset="0"/>
              <a:cs typeface="Times New Roman" panose="02020603050405020304" pitchFamily="18" charset="0"/>
            </a:endParaRPr>
          </a:p>
          <a:p>
            <a:endParaRPr lang="en-IN" sz="3000" dirty="0">
              <a:solidFill>
                <a:schemeClr val="tx1"/>
              </a:solidFill>
              <a:latin typeface="Times New Roman" panose="02020603050405020304" pitchFamily="18" charset="0"/>
              <a:cs typeface="Times New Roman" panose="02020603050405020304" pitchFamily="18" charset="0"/>
            </a:endParaRPr>
          </a:p>
          <a:p>
            <a:endParaRPr lang="en-IN" sz="3000" dirty="0">
              <a:solidFill>
                <a:schemeClr val="tx1"/>
              </a:solidFill>
              <a:latin typeface="Times New Roman" panose="02020603050405020304" pitchFamily="18" charset="0"/>
              <a:cs typeface="Times New Roman" panose="02020603050405020304" pitchFamily="18" charset="0"/>
            </a:endParaRPr>
          </a:p>
          <a:p>
            <a:endParaRPr lang="en-IN" sz="3000" dirty="0">
              <a:solidFill>
                <a:schemeClr val="tx1"/>
              </a:solidFill>
              <a:latin typeface="Times New Roman" panose="02020603050405020304" pitchFamily="18" charset="0"/>
              <a:cs typeface="Times New Roman" panose="02020603050405020304" pitchFamily="18" charset="0"/>
            </a:endParaRPr>
          </a:p>
          <a:p>
            <a:endParaRPr lang="en-IN" sz="3000" dirty="0">
              <a:solidFill>
                <a:schemeClr val="tx1"/>
              </a:solidFill>
              <a:latin typeface="Times New Roman" panose="02020603050405020304" pitchFamily="18" charset="0"/>
              <a:cs typeface="Times New Roman" panose="02020603050405020304" pitchFamily="18" charset="0"/>
            </a:endParaRPr>
          </a:p>
          <a:p>
            <a:endParaRPr lang="en-IN" sz="3000" dirty="0">
              <a:solidFill>
                <a:schemeClr val="tx1"/>
              </a:solidFill>
              <a:latin typeface="Times New Roman" panose="02020603050405020304" pitchFamily="18" charset="0"/>
              <a:cs typeface="Times New Roman" panose="02020603050405020304" pitchFamily="18" charset="0"/>
            </a:endParaRPr>
          </a:p>
          <a:p>
            <a:endParaRPr lang="en-IN" sz="3000" dirty="0">
              <a:solidFill>
                <a:schemeClr val="tx1"/>
              </a:solidFill>
              <a:latin typeface="Times New Roman" panose="02020603050405020304" pitchFamily="18" charset="0"/>
              <a:cs typeface="Times New Roman" panose="02020603050405020304" pitchFamily="18" charset="0"/>
            </a:endParaRPr>
          </a:p>
          <a:p>
            <a:endParaRPr lang="en-IN" sz="3000" dirty="0">
              <a:solidFill>
                <a:schemeClr val="tx1"/>
              </a:solidFill>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IN" sz="3000" dirty="0">
              <a:solidFill>
                <a:schemeClr val="tx1"/>
              </a:solidFill>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IN" sz="3000" dirty="0">
              <a:solidFill>
                <a:schemeClr val="tx1"/>
              </a:solidFill>
              <a:latin typeface="Times New Roman" panose="02020603050405020304" pitchFamily="18" charset="0"/>
              <a:cs typeface="Times New Roman" panose="02020603050405020304" pitchFamily="18" charset="0"/>
            </a:endParaRPr>
          </a:p>
        </p:txBody>
      </p:sp>
      <p:sp>
        <p:nvSpPr>
          <p:cNvPr id="21" name="Rounded Rectangle 20"/>
          <p:cNvSpPr/>
          <p:nvPr/>
        </p:nvSpPr>
        <p:spPr>
          <a:xfrm>
            <a:off x="16259667" y="15023851"/>
            <a:ext cx="5213978" cy="857349"/>
          </a:xfrm>
          <a:prstGeom prst="roundRect">
            <a:avLst/>
          </a:prstGeom>
          <a:solidFill>
            <a:srgbClr val="FF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4000" dirty="0"/>
              <a:t>Mesh Generation  </a:t>
            </a:r>
          </a:p>
        </p:txBody>
      </p:sp>
      <p:sp>
        <p:nvSpPr>
          <p:cNvPr id="22" name="Rounded Rectangle 21"/>
          <p:cNvSpPr/>
          <p:nvPr/>
        </p:nvSpPr>
        <p:spPr>
          <a:xfrm>
            <a:off x="1310204" y="31509539"/>
            <a:ext cx="13555193" cy="6385617"/>
          </a:xfrm>
          <a:prstGeom prst="roundRect">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sz="3000" b="1" u="sng" dirty="0">
              <a:solidFill>
                <a:schemeClr val="tx1"/>
              </a:solidFill>
              <a:latin typeface="Times New Roman" panose="02020603050405020304" pitchFamily="18" charset="0"/>
              <a:cs typeface="Times New Roman" panose="02020603050405020304" pitchFamily="18" charset="0"/>
            </a:endParaRPr>
          </a:p>
          <a:p>
            <a:endParaRPr lang="en-IN" sz="3000" b="1" u="sng" dirty="0">
              <a:solidFill>
                <a:schemeClr val="tx1"/>
              </a:solidFill>
              <a:latin typeface="Times New Roman" panose="02020603050405020304" pitchFamily="18" charset="0"/>
              <a:cs typeface="Times New Roman" panose="02020603050405020304" pitchFamily="18" charset="0"/>
            </a:endParaRPr>
          </a:p>
          <a:p>
            <a:endParaRPr lang="en-IN" sz="3000" b="1" u="sng" dirty="0">
              <a:solidFill>
                <a:schemeClr val="tx1"/>
              </a:solidFill>
              <a:latin typeface="Times New Roman" panose="02020603050405020304" pitchFamily="18" charset="0"/>
              <a:cs typeface="Times New Roman" panose="02020603050405020304" pitchFamily="18" charset="0"/>
            </a:endParaRPr>
          </a:p>
          <a:p>
            <a:endParaRPr lang="en-IN" sz="3000" b="1" u="sng" dirty="0">
              <a:solidFill>
                <a:schemeClr val="tx1"/>
              </a:solidFill>
              <a:latin typeface="Times New Roman" panose="02020603050405020304" pitchFamily="18" charset="0"/>
              <a:cs typeface="Times New Roman" panose="02020603050405020304" pitchFamily="18" charset="0"/>
            </a:endParaRPr>
          </a:p>
          <a:p>
            <a:endParaRPr lang="en-IN" sz="3000" b="1" u="sng" dirty="0">
              <a:solidFill>
                <a:schemeClr val="tx1"/>
              </a:solidFill>
              <a:latin typeface="Times New Roman" panose="02020603050405020304" pitchFamily="18" charset="0"/>
              <a:cs typeface="Times New Roman" panose="02020603050405020304" pitchFamily="18" charset="0"/>
            </a:endParaRPr>
          </a:p>
          <a:p>
            <a:endParaRPr lang="en-IN" sz="3000" b="1" u="sng" dirty="0">
              <a:solidFill>
                <a:schemeClr val="tx1"/>
              </a:solidFill>
              <a:latin typeface="Times New Roman" panose="02020603050405020304" pitchFamily="18" charset="0"/>
              <a:cs typeface="Times New Roman" panose="02020603050405020304" pitchFamily="18" charset="0"/>
            </a:endParaRPr>
          </a:p>
          <a:p>
            <a:endParaRPr lang="en-IN" sz="3000" b="1" u="sng" dirty="0">
              <a:solidFill>
                <a:schemeClr val="tx1"/>
              </a:solidFill>
              <a:latin typeface="Times New Roman" panose="02020603050405020304" pitchFamily="18" charset="0"/>
              <a:cs typeface="Times New Roman" panose="02020603050405020304" pitchFamily="18" charset="0"/>
            </a:endParaRPr>
          </a:p>
          <a:p>
            <a:endParaRPr lang="en-IN" sz="3000" b="1" u="sng" dirty="0">
              <a:solidFill>
                <a:schemeClr val="tx1"/>
              </a:solidFill>
              <a:latin typeface="Times New Roman" panose="02020603050405020304" pitchFamily="18" charset="0"/>
              <a:cs typeface="Times New Roman" panose="02020603050405020304" pitchFamily="18" charset="0"/>
            </a:endParaRPr>
          </a:p>
          <a:p>
            <a:endParaRPr lang="en-IN" sz="3000" b="1" u="sng" dirty="0">
              <a:solidFill>
                <a:schemeClr val="tx1"/>
              </a:solidFill>
              <a:latin typeface="Times New Roman" panose="02020603050405020304" pitchFamily="18" charset="0"/>
              <a:cs typeface="Times New Roman" panose="02020603050405020304" pitchFamily="18" charset="0"/>
            </a:endParaRPr>
          </a:p>
          <a:p>
            <a:pPr algn="just"/>
            <a:endParaRPr lang="en-IN" sz="3000" b="1" u="sng" dirty="0">
              <a:solidFill>
                <a:schemeClr val="tx1"/>
              </a:solidFill>
              <a:latin typeface="Times New Roman" panose="02020603050405020304" pitchFamily="18" charset="0"/>
              <a:cs typeface="Times New Roman" panose="02020603050405020304" pitchFamily="18" charset="0"/>
            </a:endParaRPr>
          </a:p>
          <a:p>
            <a:pPr algn="just"/>
            <a:r>
              <a:rPr lang="en-IN" sz="3000" b="1" u="sng" dirty="0">
                <a:solidFill>
                  <a:schemeClr val="tx1"/>
                </a:solidFill>
                <a:latin typeface="Times New Roman" panose="02020603050405020304" pitchFamily="18" charset="0"/>
                <a:cs typeface="Times New Roman" panose="02020603050405020304" pitchFamily="18" charset="0"/>
              </a:rPr>
              <a:t>Scaled residual:-</a:t>
            </a:r>
            <a:r>
              <a:rPr lang="en-IN" sz="3000" dirty="0">
                <a:solidFill>
                  <a:schemeClr val="tx1"/>
                </a:solidFill>
                <a:latin typeface="Times New Roman" panose="02020603050405020304" pitchFamily="18" charset="0"/>
                <a:cs typeface="Times New Roman" panose="02020603050405020304" pitchFamily="18" charset="0"/>
              </a:rPr>
              <a:t> The residual is  measures of an iterative solution's convergence, as it directly quantifies the error in the solution of the system of equations. In a CFD analysis, the residual measures the local imbalance of a conserved variable in each control volume.</a:t>
            </a:r>
          </a:p>
          <a:p>
            <a:endParaRPr lang="en-IN" sz="3000" b="1" u="sng" dirty="0">
              <a:solidFill>
                <a:schemeClr val="tx1"/>
              </a:solidFill>
              <a:latin typeface="Times New Roman" panose="02020603050405020304" pitchFamily="18" charset="0"/>
              <a:cs typeface="Times New Roman" panose="02020603050405020304" pitchFamily="18" charset="0"/>
            </a:endParaRPr>
          </a:p>
          <a:p>
            <a:endParaRPr lang="en-IN" sz="3000" b="1" u="sng" dirty="0">
              <a:solidFill>
                <a:schemeClr val="tx1"/>
              </a:solidFill>
              <a:latin typeface="Times New Roman" panose="02020603050405020304" pitchFamily="18" charset="0"/>
              <a:cs typeface="Times New Roman" panose="02020603050405020304" pitchFamily="18" charset="0"/>
            </a:endParaRPr>
          </a:p>
          <a:p>
            <a:endParaRPr lang="en-IN" sz="3000" b="1" u="sng" dirty="0">
              <a:solidFill>
                <a:schemeClr val="tx1"/>
              </a:solidFill>
              <a:latin typeface="Times New Roman" panose="02020603050405020304" pitchFamily="18" charset="0"/>
              <a:cs typeface="Times New Roman" panose="02020603050405020304" pitchFamily="18" charset="0"/>
            </a:endParaRPr>
          </a:p>
          <a:p>
            <a:endParaRPr lang="en-IN" sz="3000" b="1" u="sng" dirty="0">
              <a:solidFill>
                <a:schemeClr val="tx1"/>
              </a:solidFill>
              <a:latin typeface="Times New Roman" panose="02020603050405020304" pitchFamily="18" charset="0"/>
              <a:cs typeface="Times New Roman" panose="02020603050405020304" pitchFamily="18" charset="0"/>
            </a:endParaRPr>
          </a:p>
          <a:p>
            <a:endParaRPr lang="en-IN" sz="3000" b="1" u="sng" dirty="0">
              <a:solidFill>
                <a:schemeClr val="tx1"/>
              </a:solidFill>
              <a:latin typeface="Times New Roman" panose="02020603050405020304" pitchFamily="18" charset="0"/>
              <a:cs typeface="Times New Roman" panose="02020603050405020304" pitchFamily="18" charset="0"/>
            </a:endParaRPr>
          </a:p>
          <a:p>
            <a:endParaRPr lang="en-IN" sz="3000" b="1" u="sng" dirty="0">
              <a:solidFill>
                <a:schemeClr val="tx1"/>
              </a:solidFill>
              <a:latin typeface="Times New Roman" panose="02020603050405020304" pitchFamily="18" charset="0"/>
              <a:cs typeface="Times New Roman" panose="02020603050405020304" pitchFamily="18" charset="0"/>
            </a:endParaRPr>
          </a:p>
          <a:p>
            <a:endParaRPr lang="en-IN" sz="3000" b="1" u="sng" dirty="0">
              <a:solidFill>
                <a:schemeClr val="tx1"/>
              </a:solidFill>
              <a:latin typeface="Times New Roman" panose="02020603050405020304" pitchFamily="18" charset="0"/>
              <a:cs typeface="Times New Roman" panose="02020603050405020304" pitchFamily="18" charset="0"/>
            </a:endParaRPr>
          </a:p>
          <a:p>
            <a:endParaRPr lang="en-IN" sz="3000" dirty="0">
              <a:solidFill>
                <a:schemeClr val="tx1"/>
              </a:solidFill>
              <a:latin typeface="Times New Roman" panose="02020603050405020304" pitchFamily="18" charset="0"/>
              <a:cs typeface="Times New Roman" panose="02020603050405020304" pitchFamily="18" charset="0"/>
            </a:endParaRPr>
          </a:p>
          <a:p>
            <a:endParaRPr lang="en-IN" sz="3000" dirty="0">
              <a:solidFill>
                <a:schemeClr val="tx1"/>
              </a:solidFill>
              <a:latin typeface="Times New Roman" panose="02020603050405020304" pitchFamily="18" charset="0"/>
              <a:cs typeface="Times New Roman" panose="02020603050405020304" pitchFamily="18" charset="0"/>
            </a:endParaRPr>
          </a:p>
          <a:p>
            <a:endParaRPr lang="en-IN" sz="3000" dirty="0">
              <a:solidFill>
                <a:schemeClr val="tx1"/>
              </a:solidFill>
              <a:latin typeface="Times New Roman" panose="02020603050405020304" pitchFamily="18" charset="0"/>
              <a:cs typeface="Times New Roman" panose="02020603050405020304" pitchFamily="18" charset="0"/>
            </a:endParaRPr>
          </a:p>
          <a:p>
            <a:endParaRPr lang="en-IN" sz="3000" dirty="0">
              <a:solidFill>
                <a:schemeClr val="tx1"/>
              </a:solidFill>
              <a:latin typeface="Times New Roman" panose="02020603050405020304" pitchFamily="18" charset="0"/>
              <a:cs typeface="Times New Roman" panose="02020603050405020304" pitchFamily="18" charset="0"/>
            </a:endParaRPr>
          </a:p>
          <a:p>
            <a:endParaRPr lang="en-IN" sz="3000" dirty="0">
              <a:solidFill>
                <a:schemeClr val="tx1"/>
              </a:solidFill>
              <a:latin typeface="Times New Roman" panose="02020603050405020304" pitchFamily="18" charset="0"/>
              <a:cs typeface="Times New Roman" panose="02020603050405020304" pitchFamily="18" charset="0"/>
            </a:endParaRPr>
          </a:p>
          <a:p>
            <a:endParaRPr lang="en-IN" sz="3000" dirty="0">
              <a:solidFill>
                <a:schemeClr val="tx1"/>
              </a:solidFill>
              <a:latin typeface="Times New Roman" panose="02020603050405020304" pitchFamily="18" charset="0"/>
              <a:cs typeface="Times New Roman" panose="02020603050405020304" pitchFamily="18" charset="0"/>
            </a:endParaRPr>
          </a:p>
          <a:p>
            <a:endParaRPr lang="en-IN" sz="3000" dirty="0">
              <a:solidFill>
                <a:schemeClr val="tx1"/>
              </a:solidFill>
              <a:latin typeface="Times New Roman" panose="02020603050405020304" pitchFamily="18" charset="0"/>
              <a:cs typeface="Times New Roman" panose="02020603050405020304" pitchFamily="18" charset="0"/>
            </a:endParaRPr>
          </a:p>
          <a:p>
            <a:endParaRPr lang="en-IN" sz="3000" dirty="0">
              <a:solidFill>
                <a:schemeClr val="tx1"/>
              </a:solidFill>
              <a:latin typeface="Times New Roman" panose="02020603050405020304" pitchFamily="18" charset="0"/>
              <a:cs typeface="Times New Roman" panose="02020603050405020304" pitchFamily="18" charset="0"/>
            </a:endParaRPr>
          </a:p>
          <a:p>
            <a:endParaRPr lang="en-IN" sz="3000" dirty="0">
              <a:solidFill>
                <a:schemeClr val="tx1"/>
              </a:solidFill>
              <a:latin typeface="Times New Roman" panose="02020603050405020304" pitchFamily="18" charset="0"/>
              <a:cs typeface="Times New Roman" panose="02020603050405020304" pitchFamily="18" charset="0"/>
            </a:endParaRPr>
          </a:p>
        </p:txBody>
      </p:sp>
      <p:sp>
        <p:nvSpPr>
          <p:cNvPr id="23" name="Rounded Rectangle 22"/>
          <p:cNvSpPr/>
          <p:nvPr/>
        </p:nvSpPr>
        <p:spPr>
          <a:xfrm>
            <a:off x="2612571" y="31041029"/>
            <a:ext cx="3814355" cy="827274"/>
          </a:xfrm>
          <a:prstGeom prst="round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4000" dirty="0">
                <a:latin typeface="Times New Roman" panose="02020603050405020304" pitchFamily="18" charset="0"/>
                <a:cs typeface="Times New Roman" panose="02020603050405020304" pitchFamily="18" charset="0"/>
              </a:rPr>
              <a:t>Results</a:t>
            </a:r>
          </a:p>
        </p:txBody>
      </p:sp>
      <p:sp>
        <p:nvSpPr>
          <p:cNvPr id="24" name="Rounded Rectangle 23"/>
          <p:cNvSpPr/>
          <p:nvPr/>
        </p:nvSpPr>
        <p:spPr>
          <a:xfrm>
            <a:off x="15549048" y="31509538"/>
            <a:ext cx="11849195" cy="6385617"/>
          </a:xfrm>
          <a:prstGeom prst="roundRect">
            <a:avLst/>
          </a:prstGeom>
          <a:solidFill>
            <a:srgbClr val="FFFF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sz="2800" dirty="0">
              <a:solidFill>
                <a:schemeClr val="tx1"/>
              </a:solidFill>
              <a:latin typeface="Times New Roman" panose="02020603050405020304" pitchFamily="18" charset="0"/>
              <a:cs typeface="Times New Roman" panose="02020603050405020304" pitchFamily="18" charset="0"/>
            </a:endParaRPr>
          </a:p>
          <a:p>
            <a:endParaRPr lang="en-IN" sz="2800" dirty="0">
              <a:solidFill>
                <a:schemeClr val="tx1"/>
              </a:solidFill>
              <a:latin typeface="Times New Roman" panose="02020603050405020304" pitchFamily="18" charset="0"/>
              <a:cs typeface="Times New Roman" panose="02020603050405020304" pitchFamily="18" charset="0"/>
            </a:endParaRPr>
          </a:p>
          <a:p>
            <a:endParaRPr lang="en-IN" sz="2800" dirty="0">
              <a:solidFill>
                <a:schemeClr val="tx1"/>
              </a:solidFill>
              <a:latin typeface="Times New Roman" panose="02020603050405020304" pitchFamily="18" charset="0"/>
              <a:cs typeface="Times New Roman" panose="02020603050405020304" pitchFamily="18" charset="0"/>
            </a:endParaRPr>
          </a:p>
          <a:p>
            <a:endParaRPr lang="en-IN" sz="2800" dirty="0">
              <a:solidFill>
                <a:schemeClr val="tx1"/>
              </a:solidFill>
              <a:latin typeface="Times New Roman" panose="02020603050405020304" pitchFamily="18" charset="0"/>
              <a:cs typeface="Times New Roman" panose="02020603050405020304" pitchFamily="18" charset="0"/>
            </a:endParaRPr>
          </a:p>
          <a:p>
            <a:endParaRPr lang="en-IN" sz="2800" dirty="0">
              <a:solidFill>
                <a:schemeClr val="tx1"/>
              </a:solidFill>
              <a:latin typeface="Times New Roman" panose="02020603050405020304" pitchFamily="18" charset="0"/>
              <a:cs typeface="Times New Roman" panose="02020603050405020304" pitchFamily="18" charset="0"/>
            </a:endParaRPr>
          </a:p>
          <a:p>
            <a:endParaRPr lang="en-IN" sz="2800" dirty="0">
              <a:solidFill>
                <a:schemeClr val="tx1"/>
              </a:solidFill>
              <a:latin typeface="Times New Roman" panose="02020603050405020304" pitchFamily="18" charset="0"/>
              <a:cs typeface="Times New Roman" panose="02020603050405020304" pitchFamily="18" charset="0"/>
            </a:endParaRPr>
          </a:p>
          <a:p>
            <a:endParaRPr lang="en-IN" sz="2800" dirty="0">
              <a:solidFill>
                <a:schemeClr val="tx1"/>
              </a:solidFill>
              <a:latin typeface="Times New Roman" panose="02020603050405020304" pitchFamily="18" charset="0"/>
              <a:cs typeface="Times New Roman" panose="02020603050405020304" pitchFamily="18" charset="0"/>
            </a:endParaRPr>
          </a:p>
          <a:p>
            <a:endParaRPr lang="en-IN" sz="2800" dirty="0">
              <a:solidFill>
                <a:schemeClr val="tx1"/>
              </a:solidFill>
              <a:latin typeface="Times New Roman" panose="02020603050405020304" pitchFamily="18" charset="0"/>
              <a:cs typeface="Times New Roman" panose="02020603050405020304" pitchFamily="18" charset="0"/>
            </a:endParaRPr>
          </a:p>
          <a:p>
            <a:endParaRPr lang="en-IN" sz="2800" dirty="0">
              <a:solidFill>
                <a:schemeClr val="tx1"/>
              </a:solidFill>
              <a:latin typeface="Times New Roman" panose="02020603050405020304" pitchFamily="18" charset="0"/>
              <a:cs typeface="Times New Roman" panose="02020603050405020304" pitchFamily="18" charset="0"/>
            </a:endParaRPr>
          </a:p>
          <a:p>
            <a:endParaRPr lang="en-IN" sz="2800" dirty="0">
              <a:solidFill>
                <a:schemeClr val="tx1"/>
              </a:solidFill>
              <a:latin typeface="Times New Roman" panose="02020603050405020304" pitchFamily="18" charset="0"/>
              <a:cs typeface="Times New Roman" panose="02020603050405020304" pitchFamily="18" charset="0"/>
            </a:endParaRPr>
          </a:p>
          <a:p>
            <a:pPr algn="just"/>
            <a:endParaRPr lang="en-IN" sz="3000" dirty="0">
              <a:solidFill>
                <a:schemeClr val="tx1"/>
              </a:solidFill>
              <a:latin typeface="Times New Roman" panose="02020603050405020304" pitchFamily="18" charset="0"/>
              <a:cs typeface="Times New Roman" panose="02020603050405020304" pitchFamily="18" charset="0"/>
            </a:endParaRPr>
          </a:p>
          <a:p>
            <a:pPr algn="just"/>
            <a:r>
              <a:rPr lang="en-IN" sz="3000" dirty="0">
                <a:solidFill>
                  <a:schemeClr val="tx1"/>
                </a:solidFill>
                <a:latin typeface="Times New Roman" panose="02020603050405020304" pitchFamily="18" charset="0"/>
                <a:cs typeface="Times New Roman" panose="02020603050405020304" pitchFamily="18" charset="0"/>
              </a:rPr>
              <a:t>The graphs indicates the trend of this result indicating a different direction as compared to experimental results that showed a linear relation between values of drag coefficients.</a:t>
            </a:r>
          </a:p>
          <a:p>
            <a:pPr algn="just"/>
            <a:r>
              <a:rPr lang="en-IN" sz="3000" dirty="0">
                <a:solidFill>
                  <a:schemeClr val="tx1"/>
                </a:solidFill>
                <a:latin typeface="Times New Roman" panose="02020603050405020304" pitchFamily="18" charset="0"/>
                <a:cs typeface="Times New Roman" panose="02020603050405020304" pitchFamily="18" charset="0"/>
              </a:rPr>
              <a:t>In order to analyse the result, velocity and pressure profiles are drawn in order to simulate drag coefficient against different yaw angles. It was observed that the flow is acceptable until 40° and after that flow is diverged in different directions which are not sufficient in order to study the Ahmed body.</a:t>
            </a:r>
          </a:p>
          <a:p>
            <a:pPr algn="just"/>
            <a:endParaRPr lang="en-IN" sz="3000" b="1" u="sng" dirty="0">
              <a:solidFill>
                <a:schemeClr val="tx1"/>
              </a:solidFill>
              <a:latin typeface="Times New Roman" panose="02020603050405020304" pitchFamily="18" charset="0"/>
              <a:cs typeface="Times New Roman" panose="02020603050405020304" pitchFamily="18" charset="0"/>
            </a:endParaRPr>
          </a:p>
          <a:p>
            <a:endParaRPr lang="en-IN" sz="2800" b="1" u="sng" dirty="0">
              <a:solidFill>
                <a:schemeClr val="tx1"/>
              </a:solidFill>
              <a:latin typeface="Times New Roman" panose="02020603050405020304" pitchFamily="18" charset="0"/>
              <a:cs typeface="Times New Roman" panose="02020603050405020304" pitchFamily="18" charset="0"/>
            </a:endParaRPr>
          </a:p>
          <a:p>
            <a:endParaRPr lang="en-IN" sz="2800" b="1" u="sng" dirty="0">
              <a:solidFill>
                <a:schemeClr val="tx1"/>
              </a:solidFill>
              <a:latin typeface="Times New Roman" panose="02020603050405020304" pitchFamily="18" charset="0"/>
              <a:cs typeface="Times New Roman" panose="02020603050405020304" pitchFamily="18" charset="0"/>
            </a:endParaRPr>
          </a:p>
          <a:p>
            <a:endParaRPr lang="en-IN" sz="2800" b="1" u="sng" dirty="0">
              <a:solidFill>
                <a:schemeClr val="tx1"/>
              </a:solidFill>
              <a:latin typeface="Times New Roman" panose="02020603050405020304" pitchFamily="18" charset="0"/>
              <a:cs typeface="Times New Roman" panose="02020603050405020304" pitchFamily="18" charset="0"/>
            </a:endParaRPr>
          </a:p>
          <a:p>
            <a:endParaRPr lang="en-IN" sz="2800" b="1" u="sng" dirty="0">
              <a:solidFill>
                <a:schemeClr val="tx1"/>
              </a:solidFill>
              <a:latin typeface="Times New Roman" panose="02020603050405020304" pitchFamily="18" charset="0"/>
              <a:cs typeface="Times New Roman" panose="02020603050405020304" pitchFamily="18" charset="0"/>
            </a:endParaRPr>
          </a:p>
          <a:p>
            <a:endParaRPr lang="en-IN" sz="2800" b="1" u="sng" dirty="0">
              <a:solidFill>
                <a:schemeClr val="tx1"/>
              </a:solidFill>
              <a:latin typeface="Times New Roman" panose="02020603050405020304" pitchFamily="18" charset="0"/>
              <a:cs typeface="Times New Roman" panose="02020603050405020304" pitchFamily="18" charset="0"/>
            </a:endParaRPr>
          </a:p>
          <a:p>
            <a:endParaRPr lang="en-IN" sz="2800" b="1" u="sng" dirty="0">
              <a:solidFill>
                <a:schemeClr val="tx1"/>
              </a:solidFill>
              <a:latin typeface="Times New Roman" panose="02020603050405020304" pitchFamily="18" charset="0"/>
              <a:cs typeface="Times New Roman" panose="02020603050405020304" pitchFamily="18" charset="0"/>
            </a:endParaRPr>
          </a:p>
          <a:p>
            <a:endParaRPr lang="en-IN" sz="2800" b="1" u="sng" dirty="0">
              <a:solidFill>
                <a:schemeClr val="tx1"/>
              </a:solidFill>
              <a:latin typeface="Times New Roman" panose="02020603050405020304" pitchFamily="18" charset="0"/>
              <a:cs typeface="Times New Roman" panose="02020603050405020304" pitchFamily="18" charset="0"/>
            </a:endParaRPr>
          </a:p>
          <a:p>
            <a:endParaRPr lang="en-IN" sz="2800" b="1" u="sng" dirty="0">
              <a:solidFill>
                <a:schemeClr val="tx1"/>
              </a:solidFill>
              <a:latin typeface="Times New Roman" panose="02020603050405020304" pitchFamily="18" charset="0"/>
              <a:cs typeface="Times New Roman" panose="02020603050405020304" pitchFamily="18" charset="0"/>
            </a:endParaRPr>
          </a:p>
          <a:p>
            <a:endParaRPr lang="en-IN" sz="2800" b="1" u="sng" dirty="0">
              <a:solidFill>
                <a:schemeClr val="tx1"/>
              </a:solidFill>
              <a:latin typeface="Times New Roman" panose="02020603050405020304" pitchFamily="18" charset="0"/>
              <a:cs typeface="Times New Roman" panose="02020603050405020304" pitchFamily="18" charset="0"/>
            </a:endParaRPr>
          </a:p>
          <a:p>
            <a:endParaRPr lang="en-IN" sz="2800" b="1" u="sng" dirty="0">
              <a:solidFill>
                <a:schemeClr val="tx1"/>
              </a:solidFill>
              <a:latin typeface="Times New Roman" panose="02020603050405020304" pitchFamily="18" charset="0"/>
              <a:cs typeface="Times New Roman" panose="02020603050405020304" pitchFamily="18" charset="0"/>
            </a:endParaRPr>
          </a:p>
          <a:p>
            <a:endParaRPr lang="en-IN" sz="2800" b="1" u="sng" dirty="0">
              <a:solidFill>
                <a:schemeClr val="tx1"/>
              </a:solidFill>
              <a:latin typeface="Times New Roman" panose="02020603050405020304" pitchFamily="18" charset="0"/>
              <a:cs typeface="Times New Roman" panose="02020603050405020304" pitchFamily="18" charset="0"/>
            </a:endParaRPr>
          </a:p>
          <a:p>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926C7247-C33B-47E5-89A5-09F21B3D8D3C}"/>
              </a:ext>
            </a:extLst>
          </p:cNvPr>
          <p:cNvSpPr txBox="1"/>
          <p:nvPr/>
        </p:nvSpPr>
        <p:spPr>
          <a:xfrm>
            <a:off x="1489566" y="39873740"/>
            <a:ext cx="26479595" cy="5940088"/>
          </a:xfrm>
          <a:prstGeom prst="rect">
            <a:avLst/>
          </a:prstGeom>
          <a:noFill/>
        </p:spPr>
        <p:txBody>
          <a:bodyPr wrap="square" rtlCol="0">
            <a:spAutoFit/>
          </a:bodyPr>
          <a:lstStyle/>
          <a:p>
            <a:r>
              <a:rPr lang="en-US" sz="6000" b="1" dirty="0"/>
              <a:t>  Student                                                                                    Instructor</a:t>
            </a:r>
          </a:p>
          <a:p>
            <a:r>
              <a:rPr lang="en-US" sz="6000" dirty="0"/>
              <a:t>  SANDARBH SHUKLA</a:t>
            </a:r>
            <a:r>
              <a:rPr lang="en-US" sz="6000" b="1" dirty="0"/>
              <a:t>                                                             </a:t>
            </a:r>
            <a:r>
              <a:rPr lang="en-US" sz="8000" b="1" dirty="0"/>
              <a:t>Mr. Faisal Shameem</a:t>
            </a:r>
          </a:p>
          <a:p>
            <a:r>
              <a:rPr lang="en-US" sz="6000" i="1" dirty="0"/>
              <a:t>                          </a:t>
            </a:r>
          </a:p>
          <a:p>
            <a:endParaRPr lang="en-US" sz="6000" i="1" dirty="0"/>
          </a:p>
          <a:p>
            <a:endParaRPr lang="en-US" sz="6000" dirty="0"/>
          </a:p>
          <a:p>
            <a:endParaRPr lang="en-US" sz="6000" dirty="0"/>
          </a:p>
        </p:txBody>
      </p:sp>
      <p:sp>
        <p:nvSpPr>
          <p:cNvPr id="9" name="TextBox 8">
            <a:extLst>
              <a:ext uri="{FF2B5EF4-FFF2-40B4-BE49-F238E27FC236}">
                <a16:creationId xmlns:a16="http://schemas.microsoft.com/office/drawing/2014/main" id="{FAAC1B69-6245-4A1F-951A-9268473F7BC7}"/>
              </a:ext>
            </a:extLst>
          </p:cNvPr>
          <p:cNvSpPr txBox="1"/>
          <p:nvPr/>
        </p:nvSpPr>
        <p:spPr>
          <a:xfrm>
            <a:off x="2248039" y="4069373"/>
            <a:ext cx="24703148" cy="1015663"/>
          </a:xfrm>
          <a:prstGeom prst="rect">
            <a:avLst/>
          </a:prstGeom>
          <a:noFill/>
        </p:spPr>
        <p:txBody>
          <a:bodyPr wrap="square" rtlCol="0">
            <a:spAutoFit/>
          </a:bodyPr>
          <a:lstStyle/>
          <a:p>
            <a:pPr algn="ctr"/>
            <a:r>
              <a:rPr lang="en-US" sz="6000" dirty="0"/>
              <a:t>Topic: </a:t>
            </a:r>
            <a:r>
              <a:rPr lang="en-IN" sz="6000" b="1" dirty="0"/>
              <a:t> </a:t>
            </a:r>
            <a:r>
              <a:rPr lang="en-IN" sz="6000" b="1" u="sng" dirty="0"/>
              <a:t>Simulation of turbulent flow over Ahmed body</a:t>
            </a:r>
            <a:endParaRPr lang="en-US" sz="6000" dirty="0"/>
          </a:p>
        </p:txBody>
      </p:sp>
      <p:sp>
        <p:nvSpPr>
          <p:cNvPr id="10" name="TextBox 9">
            <a:extLst>
              <a:ext uri="{FF2B5EF4-FFF2-40B4-BE49-F238E27FC236}">
                <a16:creationId xmlns:a16="http://schemas.microsoft.com/office/drawing/2014/main" id="{0D18AC2A-6E67-45E9-B434-15FA549192E7}"/>
              </a:ext>
            </a:extLst>
          </p:cNvPr>
          <p:cNvSpPr txBox="1"/>
          <p:nvPr/>
        </p:nvSpPr>
        <p:spPr>
          <a:xfrm>
            <a:off x="2248039" y="38450520"/>
            <a:ext cx="24990825" cy="1015663"/>
          </a:xfrm>
          <a:prstGeom prst="rect">
            <a:avLst/>
          </a:prstGeom>
          <a:noFill/>
        </p:spPr>
        <p:txBody>
          <a:bodyPr wrap="square" rtlCol="0">
            <a:spAutoFit/>
          </a:bodyPr>
          <a:lstStyle/>
          <a:p>
            <a:pPr algn="ctr"/>
            <a:r>
              <a:rPr lang="en-US" sz="6000" b="1" dirty="0"/>
              <a:t>Dept. of Mechanical Eng., Galgotias University  </a:t>
            </a:r>
          </a:p>
        </p:txBody>
      </p:sp>
      <p:pic>
        <p:nvPicPr>
          <p:cNvPr id="41" name="Picture 40" descr="C:\Users\LENOVO Y 700\Desktop\mesh.png"/>
          <p:cNvPicPr/>
          <p:nvPr/>
        </p:nvPicPr>
        <p:blipFill rotWithShape="1">
          <a:blip r:embed="rId3" cstate="print">
            <a:extLst>
              <a:ext uri="{28A0092B-C50C-407E-A947-70E740481C1C}">
                <a14:useLocalDpi xmlns:a14="http://schemas.microsoft.com/office/drawing/2010/main" val="0"/>
              </a:ext>
            </a:extLst>
          </a:blip>
          <a:srcRect l="32509" t="44083" r="16832" b="14220"/>
          <a:stretch/>
        </p:blipFill>
        <p:spPr bwMode="auto">
          <a:xfrm>
            <a:off x="16290347" y="16288757"/>
            <a:ext cx="10620215" cy="4668274"/>
          </a:xfrm>
          <a:prstGeom prst="rect">
            <a:avLst/>
          </a:prstGeom>
          <a:noFill/>
          <a:ln>
            <a:noFill/>
          </a:ln>
        </p:spPr>
      </p:pic>
      <p:pic>
        <p:nvPicPr>
          <p:cNvPr id="44" name="Picture 43" descr="C:\Users\LENOVO Y 700\Desktop\scaled ratio.png"/>
          <p:cNvPicPr/>
          <p:nvPr/>
        </p:nvPicPr>
        <p:blipFill rotWithShape="1">
          <a:blip r:embed="rId4" cstate="print">
            <a:extLst>
              <a:ext uri="{28A0092B-C50C-407E-A947-70E740481C1C}">
                <a14:useLocalDpi xmlns:a14="http://schemas.microsoft.com/office/drawing/2010/main" val="0"/>
              </a:ext>
            </a:extLst>
          </a:blip>
          <a:srcRect l="34727" t="17964" r="8151" b="26386"/>
          <a:stretch/>
        </p:blipFill>
        <p:spPr bwMode="auto">
          <a:xfrm>
            <a:off x="3833611" y="34499744"/>
            <a:ext cx="10036670" cy="3354007"/>
          </a:xfrm>
          <a:prstGeom prst="rect">
            <a:avLst/>
          </a:prstGeom>
          <a:noFill/>
          <a:ln>
            <a:noFill/>
          </a:ln>
        </p:spPr>
      </p:pic>
      <p:pic>
        <p:nvPicPr>
          <p:cNvPr id="2" name="Picture 2" descr="C:\Users\LENOVO Y 700\Desktop\calucation run.png"/>
          <p:cNvPicPr>
            <a:picLocks noChangeAspect="1" noChangeArrowheads="1"/>
          </p:cNvPicPr>
          <p:nvPr/>
        </p:nvPicPr>
        <p:blipFill rotWithShape="1">
          <a:blip r:embed="rId5">
            <a:extLst>
              <a:ext uri="{28A0092B-C50C-407E-A947-70E740481C1C}">
                <a14:useLocalDpi xmlns:a14="http://schemas.microsoft.com/office/drawing/2010/main" val="0"/>
              </a:ext>
            </a:extLst>
          </a:blip>
          <a:srcRect l="34272" t="29772" r="16677" b="30214"/>
          <a:stretch/>
        </p:blipFill>
        <p:spPr bwMode="auto">
          <a:xfrm>
            <a:off x="1986534" y="26047317"/>
            <a:ext cx="12225864" cy="3703473"/>
          </a:xfrm>
          <a:prstGeom prst="rect">
            <a:avLst/>
          </a:prstGeom>
          <a:noFill/>
          <a:extLst>
            <a:ext uri="{909E8E84-426E-40DD-AFC4-6F175D3DCCD1}">
              <a14:hiddenFill xmlns:a14="http://schemas.microsoft.com/office/drawing/2010/main">
                <a:solidFill>
                  <a:srgbClr val="FFFFFF"/>
                </a:solidFill>
              </a14:hiddenFill>
            </a:ext>
          </a:extLst>
        </p:spPr>
      </p:pic>
      <p:sp>
        <p:nvSpPr>
          <p:cNvPr id="32" name="Rounded Rectangle 31"/>
          <p:cNvSpPr/>
          <p:nvPr/>
        </p:nvSpPr>
        <p:spPr>
          <a:xfrm>
            <a:off x="15549048" y="23129677"/>
            <a:ext cx="11849195" cy="6760042"/>
          </a:xfrm>
          <a:prstGeom prst="roundRect">
            <a:avLst/>
          </a:prstGeom>
          <a:solidFill>
            <a:srgbClr val="FFFF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sz="2400" b="1" u="sng" dirty="0">
              <a:solidFill>
                <a:schemeClr val="tx1"/>
              </a:solidFill>
              <a:latin typeface="Times New Roman" panose="02020603050405020304" pitchFamily="18" charset="0"/>
              <a:cs typeface="Times New Roman" panose="02020603050405020304" pitchFamily="18" charset="0"/>
            </a:endParaRPr>
          </a:p>
          <a:p>
            <a:endParaRPr lang="en-IN" sz="2400" b="1" u="sng" dirty="0">
              <a:solidFill>
                <a:schemeClr val="tx1"/>
              </a:solidFill>
              <a:latin typeface="Times New Roman" panose="02020603050405020304" pitchFamily="18" charset="0"/>
              <a:cs typeface="Times New Roman" panose="02020603050405020304" pitchFamily="18" charset="0"/>
            </a:endParaRPr>
          </a:p>
          <a:p>
            <a:endParaRPr lang="en-IN" sz="2400" b="1" u="sng" dirty="0">
              <a:solidFill>
                <a:schemeClr val="tx1"/>
              </a:solidFill>
              <a:latin typeface="Times New Roman" panose="02020603050405020304" pitchFamily="18" charset="0"/>
              <a:cs typeface="Times New Roman" panose="02020603050405020304" pitchFamily="18" charset="0"/>
            </a:endParaRPr>
          </a:p>
          <a:p>
            <a:pPr algn="just"/>
            <a:r>
              <a:rPr lang="en-IN" sz="3000" b="1" u="sng" dirty="0">
                <a:solidFill>
                  <a:schemeClr val="tx1"/>
                </a:solidFill>
                <a:latin typeface="Times New Roman" panose="02020603050405020304" pitchFamily="18" charset="0"/>
                <a:cs typeface="Times New Roman" panose="02020603050405020304" pitchFamily="18" charset="0"/>
              </a:rPr>
              <a:t>Drag coefficient:-</a:t>
            </a:r>
            <a:r>
              <a:rPr lang="en-IN" sz="3000" dirty="0">
                <a:solidFill>
                  <a:schemeClr val="tx1"/>
                </a:solidFill>
                <a:latin typeface="Times New Roman" panose="02020603050405020304" pitchFamily="18" charset="0"/>
                <a:cs typeface="Times New Roman" panose="02020603050405020304" pitchFamily="18" charset="0"/>
              </a:rPr>
              <a:t>In fluid dynamic, the drag coefficient is a dimensionless quantity that is used to quantify the drag or resistance of an object in fluid environment, such as air  </a:t>
            </a:r>
            <a:endParaRPr lang="en-IN" sz="2400" b="1" u="sng" dirty="0">
              <a:solidFill>
                <a:schemeClr val="tx1"/>
              </a:solidFill>
              <a:latin typeface="Times New Roman" panose="02020603050405020304" pitchFamily="18" charset="0"/>
              <a:cs typeface="Times New Roman" panose="02020603050405020304" pitchFamily="18" charset="0"/>
            </a:endParaRPr>
          </a:p>
          <a:p>
            <a:r>
              <a:rPr lang="en-IN" sz="2400" dirty="0">
                <a:solidFill>
                  <a:schemeClr val="tx1"/>
                </a:solidFill>
                <a:latin typeface="Times New Roman" panose="02020603050405020304" pitchFamily="18" charset="0"/>
                <a:cs typeface="Times New Roman" panose="02020603050405020304" pitchFamily="18" charset="0"/>
              </a:rPr>
              <a:t> </a:t>
            </a:r>
            <a:endParaRPr lang="en-IN" sz="2400" b="1" u="sng" dirty="0">
              <a:solidFill>
                <a:schemeClr val="tx1"/>
              </a:solidFill>
              <a:latin typeface="Times New Roman" panose="02020603050405020304" pitchFamily="18" charset="0"/>
              <a:cs typeface="Times New Roman" panose="02020603050405020304" pitchFamily="18" charset="0"/>
            </a:endParaRPr>
          </a:p>
          <a:p>
            <a:endParaRPr lang="en-IN" sz="2400" b="1" u="sng" dirty="0">
              <a:solidFill>
                <a:schemeClr val="tx1"/>
              </a:solidFill>
              <a:latin typeface="Times New Roman" panose="02020603050405020304" pitchFamily="18" charset="0"/>
              <a:cs typeface="Times New Roman" panose="02020603050405020304" pitchFamily="18" charset="0"/>
            </a:endParaRPr>
          </a:p>
          <a:p>
            <a:endParaRPr lang="en-IN" sz="2400" b="1" u="sng" dirty="0">
              <a:solidFill>
                <a:schemeClr val="tx1"/>
              </a:solidFill>
              <a:latin typeface="Times New Roman" panose="02020603050405020304" pitchFamily="18" charset="0"/>
              <a:cs typeface="Times New Roman" panose="02020603050405020304" pitchFamily="18" charset="0"/>
            </a:endParaRPr>
          </a:p>
          <a:p>
            <a:endParaRPr lang="en-IN" sz="2400" b="1" u="sng" dirty="0">
              <a:solidFill>
                <a:schemeClr val="tx1"/>
              </a:solidFill>
              <a:latin typeface="Times New Roman" panose="02020603050405020304" pitchFamily="18" charset="0"/>
              <a:cs typeface="Times New Roman" panose="02020603050405020304" pitchFamily="18" charset="0"/>
            </a:endParaRPr>
          </a:p>
          <a:p>
            <a:endParaRPr lang="en-IN" sz="2400" b="1" u="sng" dirty="0">
              <a:solidFill>
                <a:schemeClr val="tx1"/>
              </a:solidFill>
              <a:latin typeface="Times New Roman" panose="02020603050405020304" pitchFamily="18" charset="0"/>
              <a:cs typeface="Times New Roman" panose="02020603050405020304" pitchFamily="18" charset="0"/>
            </a:endParaRPr>
          </a:p>
          <a:p>
            <a:endParaRPr lang="en-IN" sz="2400" b="1" u="sng" dirty="0">
              <a:solidFill>
                <a:schemeClr val="tx1"/>
              </a:solidFill>
              <a:latin typeface="Times New Roman" panose="02020603050405020304" pitchFamily="18" charset="0"/>
              <a:cs typeface="Times New Roman" panose="02020603050405020304" pitchFamily="18" charset="0"/>
            </a:endParaRPr>
          </a:p>
          <a:p>
            <a:endParaRPr lang="en-IN" sz="2400" b="1" u="sng" dirty="0">
              <a:solidFill>
                <a:schemeClr val="tx1"/>
              </a:solidFill>
              <a:latin typeface="Times New Roman" panose="02020603050405020304" pitchFamily="18" charset="0"/>
              <a:cs typeface="Times New Roman" panose="02020603050405020304" pitchFamily="18" charset="0"/>
            </a:endParaRPr>
          </a:p>
          <a:p>
            <a:endParaRPr lang="en-IN" sz="2400" b="1" u="sng" dirty="0">
              <a:solidFill>
                <a:schemeClr val="tx1"/>
              </a:solidFill>
              <a:latin typeface="Times New Roman" panose="02020603050405020304" pitchFamily="18" charset="0"/>
              <a:cs typeface="Times New Roman" panose="02020603050405020304" pitchFamily="18" charset="0"/>
            </a:endParaRPr>
          </a:p>
          <a:p>
            <a:endParaRPr lang="en-IN" sz="2400" b="1" u="sng" dirty="0">
              <a:solidFill>
                <a:schemeClr val="tx1"/>
              </a:solidFill>
              <a:latin typeface="Times New Roman" panose="02020603050405020304" pitchFamily="18" charset="0"/>
              <a:cs typeface="Times New Roman" panose="02020603050405020304" pitchFamily="18" charset="0"/>
            </a:endParaRPr>
          </a:p>
          <a:p>
            <a:endParaRPr lang="en-IN" sz="2400" b="1" u="sng" dirty="0">
              <a:solidFill>
                <a:schemeClr val="tx1"/>
              </a:solidFill>
              <a:latin typeface="Times New Roman" panose="02020603050405020304" pitchFamily="18" charset="0"/>
              <a:cs typeface="Times New Roman" panose="02020603050405020304" pitchFamily="18" charset="0"/>
            </a:endParaRPr>
          </a:p>
          <a:p>
            <a:endParaRPr lang="en-IN" sz="2400" b="1" u="sng" dirty="0">
              <a:solidFill>
                <a:schemeClr val="tx1"/>
              </a:solidFill>
              <a:latin typeface="Times New Roman" panose="02020603050405020304" pitchFamily="18" charset="0"/>
              <a:cs typeface="Times New Roman" panose="02020603050405020304" pitchFamily="18" charset="0"/>
            </a:endParaRPr>
          </a:p>
          <a:p>
            <a:endParaRPr lang="en-IN" sz="2400" b="1" u="sng" dirty="0">
              <a:solidFill>
                <a:schemeClr val="tx1"/>
              </a:solidFill>
              <a:latin typeface="Times New Roman" panose="02020603050405020304" pitchFamily="18" charset="0"/>
              <a:cs typeface="Times New Roman" panose="02020603050405020304" pitchFamily="18" charset="0"/>
            </a:endParaRPr>
          </a:p>
          <a:p>
            <a:endParaRPr lang="en-IN" sz="2400" dirty="0">
              <a:solidFill>
                <a:schemeClr val="tx1"/>
              </a:solidFill>
              <a:latin typeface="Times New Roman" panose="02020603050405020304" pitchFamily="18" charset="0"/>
              <a:cs typeface="Times New Roman" panose="02020603050405020304" pitchFamily="18" charset="0"/>
            </a:endParaRPr>
          </a:p>
        </p:txBody>
      </p:sp>
      <p:sp>
        <p:nvSpPr>
          <p:cNvPr id="25" name="Rounded Rectangle 24"/>
          <p:cNvSpPr/>
          <p:nvPr/>
        </p:nvSpPr>
        <p:spPr>
          <a:xfrm>
            <a:off x="15934813" y="22793623"/>
            <a:ext cx="6226953" cy="672107"/>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4000" dirty="0">
                <a:solidFill>
                  <a:schemeClr val="tx1"/>
                </a:solidFill>
                <a:latin typeface="Times New Roman" panose="02020603050405020304" pitchFamily="18" charset="0"/>
                <a:cs typeface="Times New Roman" panose="02020603050405020304" pitchFamily="18" charset="0"/>
              </a:rPr>
              <a:t>Results</a:t>
            </a:r>
          </a:p>
        </p:txBody>
      </p:sp>
      <p:pic>
        <p:nvPicPr>
          <p:cNvPr id="1027" name="Picture 3" descr="C:\Users\LENOVO Y 700\Desktop\drag cofficient.png"/>
          <p:cNvPicPr>
            <a:picLocks noChangeAspect="1" noChangeArrowheads="1"/>
          </p:cNvPicPr>
          <p:nvPr/>
        </p:nvPicPr>
        <p:blipFill rotWithShape="1">
          <a:blip r:embed="rId6">
            <a:extLst>
              <a:ext uri="{28A0092B-C50C-407E-A947-70E740481C1C}">
                <a14:useLocalDpi xmlns:a14="http://schemas.microsoft.com/office/drawing/2010/main" val="0"/>
              </a:ext>
            </a:extLst>
          </a:blip>
          <a:srcRect l="34275" t="17369" r="7764" b="25528"/>
          <a:stretch/>
        </p:blipFill>
        <p:spPr bwMode="auto">
          <a:xfrm>
            <a:off x="18069764" y="25966502"/>
            <a:ext cx="7010288" cy="3673170"/>
          </a:xfrm>
          <a:prstGeom prst="rect">
            <a:avLst/>
          </a:prstGeom>
          <a:noFill/>
          <a:extLst>
            <a:ext uri="{909E8E84-426E-40DD-AFC4-6F175D3DCCD1}">
              <a14:hiddenFill xmlns:a14="http://schemas.microsoft.com/office/drawing/2010/main">
                <a:solidFill>
                  <a:srgbClr val="FFFFFF"/>
                </a:solidFill>
              </a14:hiddenFill>
            </a:ext>
          </a:extLst>
        </p:spPr>
      </p:pic>
      <p:sp>
        <p:nvSpPr>
          <p:cNvPr id="33" name="Rounded Rectangle 32"/>
          <p:cNvSpPr/>
          <p:nvPr/>
        </p:nvSpPr>
        <p:spPr>
          <a:xfrm>
            <a:off x="16798339" y="30694469"/>
            <a:ext cx="4675306" cy="914400"/>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4000" dirty="0">
                <a:solidFill>
                  <a:schemeClr val="tx1"/>
                </a:solidFill>
                <a:latin typeface="Times New Roman" panose="02020603050405020304" pitchFamily="18" charset="0"/>
                <a:cs typeface="Times New Roman" panose="02020603050405020304" pitchFamily="18" charset="0"/>
              </a:rPr>
              <a:t>Conclusion</a:t>
            </a:r>
          </a:p>
        </p:txBody>
      </p:sp>
      <p:sp>
        <p:nvSpPr>
          <p:cNvPr id="40" name="Rounded Rectangle 15">
            <a:extLst>
              <a:ext uri="{FF2B5EF4-FFF2-40B4-BE49-F238E27FC236}">
                <a16:creationId xmlns:a16="http://schemas.microsoft.com/office/drawing/2014/main" id="{5EDA87C7-8724-C211-2BDF-63FC67E5D2FA}"/>
              </a:ext>
            </a:extLst>
          </p:cNvPr>
          <p:cNvSpPr/>
          <p:nvPr/>
        </p:nvSpPr>
        <p:spPr>
          <a:xfrm>
            <a:off x="15549048" y="6365535"/>
            <a:ext cx="11849195" cy="7755890"/>
          </a:xfrm>
          <a:prstGeom prst="roundRect">
            <a:avLst/>
          </a:prstGeom>
          <a:solidFill>
            <a:srgbClr val="D4D4E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sz="2800" b="1" u="sng"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lumMod val="95000"/>
                  <a:lumOff val="5000"/>
                </a:schemeClr>
              </a:solidFill>
              <a:latin typeface="Times New Roman" panose="02020603050405020304" pitchFamily="18" charset="0"/>
              <a:cs typeface="Times New Roman" panose="02020603050405020304" pitchFamily="18" charset="0"/>
            </a:endParaRPr>
          </a:p>
          <a:p>
            <a:r>
              <a:rPr lang="en-US" sz="2800" dirty="0">
                <a:solidFill>
                  <a:schemeClr val="tx1">
                    <a:lumMod val="95000"/>
                    <a:lumOff val="5000"/>
                  </a:schemeClr>
                </a:solidFill>
                <a:latin typeface="Times New Roman" panose="02020603050405020304" pitchFamily="18" charset="0"/>
                <a:cs typeface="Times New Roman" panose="02020603050405020304" pitchFamily="18" charset="0"/>
              </a:rPr>
              <a:t>The purpose of Computational fluid dynamic(CFD) is to simulate unsteady turbulent flow over Ahmed body with the help of ANSYS software. In ANSYS we find the turbulent of viscosity ratio, stream function, Drag Coefficient, scaled residual, Axis curved position. In the recent work, the 2D model of Ahmed body consist of inlet, outlet, nose, top bottom, slope</a:t>
            </a:r>
            <a:endParaRPr lang="en-US" sz="2400" dirty="0">
              <a:solidFill>
                <a:schemeClr val="tx1">
                  <a:lumMod val="95000"/>
                  <a:lumOff val="5000"/>
                </a:schemeClr>
              </a:solidFill>
              <a:latin typeface="Times New Roman" panose="02020603050405020304" pitchFamily="18" charset="0"/>
              <a:cs typeface="Times New Roman" panose="02020603050405020304" pitchFamily="18" charset="0"/>
            </a:endParaRPr>
          </a:p>
          <a:p>
            <a:endParaRPr lang="en-IN" sz="2800" dirty="0"/>
          </a:p>
          <a:p>
            <a:endParaRPr lang="en-IN" sz="2800" b="1" u="sng" dirty="0">
              <a:solidFill>
                <a:schemeClr val="tx1"/>
              </a:solidFill>
              <a:latin typeface="Times New Roman" panose="02020603050405020304" pitchFamily="18" charset="0"/>
              <a:cs typeface="Times New Roman" panose="02020603050405020304" pitchFamily="18" charset="0"/>
            </a:endParaRPr>
          </a:p>
          <a:p>
            <a:endParaRPr lang="en-IN" sz="2800" b="1" u="sng" dirty="0">
              <a:solidFill>
                <a:schemeClr val="tx1"/>
              </a:solidFill>
              <a:latin typeface="Times New Roman" panose="02020603050405020304" pitchFamily="18" charset="0"/>
              <a:cs typeface="Times New Roman" panose="02020603050405020304" pitchFamily="18" charset="0"/>
            </a:endParaRPr>
          </a:p>
          <a:p>
            <a:endParaRPr lang="en-IN" sz="2800" b="1" u="sng" dirty="0">
              <a:solidFill>
                <a:schemeClr val="tx1"/>
              </a:solidFill>
              <a:latin typeface="Times New Roman" panose="02020603050405020304" pitchFamily="18" charset="0"/>
              <a:cs typeface="Times New Roman" panose="02020603050405020304" pitchFamily="18" charset="0"/>
            </a:endParaRPr>
          </a:p>
          <a:p>
            <a:endParaRPr lang="en-IN" sz="2800" b="1" u="sng" dirty="0">
              <a:solidFill>
                <a:schemeClr val="tx1"/>
              </a:solidFill>
              <a:latin typeface="Times New Roman" panose="02020603050405020304" pitchFamily="18" charset="0"/>
              <a:cs typeface="Times New Roman" panose="02020603050405020304" pitchFamily="18" charset="0"/>
            </a:endParaRPr>
          </a:p>
          <a:p>
            <a:endParaRPr lang="en-IN" sz="2800" b="1" u="sng" dirty="0">
              <a:solidFill>
                <a:schemeClr val="tx1"/>
              </a:solidFill>
              <a:latin typeface="Times New Roman" panose="02020603050405020304" pitchFamily="18" charset="0"/>
              <a:cs typeface="Times New Roman" panose="02020603050405020304" pitchFamily="18" charset="0"/>
            </a:endParaRPr>
          </a:p>
          <a:p>
            <a:endParaRPr lang="en-IN" sz="2800" b="1" u="sng" dirty="0">
              <a:solidFill>
                <a:schemeClr val="tx1"/>
              </a:solidFill>
              <a:latin typeface="Times New Roman" panose="02020603050405020304" pitchFamily="18" charset="0"/>
              <a:cs typeface="Times New Roman" panose="02020603050405020304" pitchFamily="18" charset="0"/>
            </a:endParaRPr>
          </a:p>
          <a:p>
            <a:endParaRPr lang="en-IN" sz="2800" b="1" u="sng" dirty="0">
              <a:solidFill>
                <a:schemeClr val="tx1"/>
              </a:solidFill>
              <a:latin typeface="Times New Roman" panose="02020603050405020304" pitchFamily="18" charset="0"/>
              <a:cs typeface="Times New Roman" panose="02020603050405020304" pitchFamily="18" charset="0"/>
            </a:endParaRPr>
          </a:p>
          <a:p>
            <a:endParaRPr lang="en-IN" sz="2800" b="1" u="sng" dirty="0">
              <a:solidFill>
                <a:schemeClr val="tx1"/>
              </a:solidFill>
              <a:latin typeface="Times New Roman" panose="02020603050405020304" pitchFamily="18" charset="0"/>
              <a:cs typeface="Times New Roman" panose="02020603050405020304" pitchFamily="18" charset="0"/>
            </a:endParaRPr>
          </a:p>
          <a:p>
            <a:endParaRPr lang="en-IN" sz="2800" b="1" u="sng" dirty="0">
              <a:solidFill>
                <a:schemeClr val="tx1"/>
              </a:solidFill>
              <a:latin typeface="Times New Roman" panose="02020603050405020304" pitchFamily="18" charset="0"/>
              <a:cs typeface="Times New Roman" panose="02020603050405020304" pitchFamily="18" charset="0"/>
            </a:endParaRPr>
          </a:p>
          <a:p>
            <a:endParaRPr lang="en-IN" sz="2800" b="1" u="sng" dirty="0">
              <a:solidFill>
                <a:schemeClr val="tx1"/>
              </a:solidFill>
              <a:latin typeface="Times New Roman" panose="02020603050405020304" pitchFamily="18" charset="0"/>
              <a:cs typeface="Times New Roman" panose="02020603050405020304" pitchFamily="18" charset="0"/>
            </a:endParaRPr>
          </a:p>
          <a:p>
            <a:endParaRPr lang="en-IN" sz="2800" b="1" u="sng" dirty="0">
              <a:solidFill>
                <a:schemeClr val="tx1"/>
              </a:solidFill>
              <a:latin typeface="Times New Roman" panose="02020603050405020304" pitchFamily="18" charset="0"/>
              <a:cs typeface="Times New Roman" panose="02020603050405020304" pitchFamily="18" charset="0"/>
            </a:endParaRPr>
          </a:p>
          <a:p>
            <a:endParaRPr lang="en-IN" sz="2800" dirty="0">
              <a:solidFill>
                <a:schemeClr val="tx1"/>
              </a:solidFill>
              <a:latin typeface="Times New Roman" panose="02020603050405020304" pitchFamily="18" charset="0"/>
              <a:cs typeface="Times New Roman" panose="02020603050405020304" pitchFamily="18" charset="0"/>
            </a:endParaRPr>
          </a:p>
          <a:p>
            <a:r>
              <a:rPr lang="en-IN" b="1" dirty="0"/>
              <a:t> </a:t>
            </a:r>
            <a:endParaRPr lang="en-IN" dirty="0"/>
          </a:p>
        </p:txBody>
      </p:sp>
      <p:pic>
        <p:nvPicPr>
          <p:cNvPr id="43" name="Picture 42" descr="C:\Users\LENOVO Y 700\Desktop\2d view.png">
            <a:extLst>
              <a:ext uri="{FF2B5EF4-FFF2-40B4-BE49-F238E27FC236}">
                <a16:creationId xmlns:a16="http://schemas.microsoft.com/office/drawing/2014/main" id="{2E4CF6E9-9125-57CF-397A-10BE71A5A4EC}"/>
              </a:ext>
            </a:extLst>
          </p:cNvPr>
          <p:cNvPicPr/>
          <p:nvPr/>
        </p:nvPicPr>
        <p:blipFill rotWithShape="1">
          <a:blip r:embed="rId7">
            <a:extLst>
              <a:ext uri="{28A0092B-C50C-407E-A947-70E740481C1C}">
                <a14:useLocalDpi xmlns:a14="http://schemas.microsoft.com/office/drawing/2010/main" val="0"/>
              </a:ext>
            </a:extLst>
          </a:blip>
          <a:srcRect l="4702" t="16795" r="4438" b="8670"/>
          <a:stretch/>
        </p:blipFill>
        <p:spPr bwMode="auto">
          <a:xfrm>
            <a:off x="16807915" y="9195873"/>
            <a:ext cx="9883817" cy="4171171"/>
          </a:xfrm>
          <a:prstGeom prst="rect">
            <a:avLst/>
          </a:prstGeom>
          <a:noFill/>
          <a:ln>
            <a:noFill/>
          </a:ln>
        </p:spPr>
      </p:pic>
      <p:sp>
        <p:nvSpPr>
          <p:cNvPr id="45" name="Rounded Rectangle 17">
            <a:extLst>
              <a:ext uri="{FF2B5EF4-FFF2-40B4-BE49-F238E27FC236}">
                <a16:creationId xmlns:a16="http://schemas.microsoft.com/office/drawing/2014/main" id="{F7E60E08-FAB9-681B-0296-C984C948361A}"/>
              </a:ext>
            </a:extLst>
          </p:cNvPr>
          <p:cNvSpPr/>
          <p:nvPr/>
        </p:nvSpPr>
        <p:spPr>
          <a:xfrm>
            <a:off x="1310204" y="15442437"/>
            <a:ext cx="13555194" cy="7222229"/>
          </a:xfrm>
          <a:prstGeom prst="roundRect">
            <a:avLst/>
          </a:prstGeom>
          <a:solidFill>
            <a:srgbClr val="F8E9B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sz="2900" dirty="0">
              <a:solidFill>
                <a:schemeClr val="tx1"/>
              </a:solidFill>
              <a:latin typeface="Times New Roman" panose="02020603050405020304" pitchFamily="18" charset="0"/>
              <a:cs typeface="Times New Roman" panose="02020603050405020304" pitchFamily="18" charset="0"/>
            </a:endParaRPr>
          </a:p>
          <a:p>
            <a:endParaRPr lang="en-IN" sz="2900" dirty="0">
              <a:solidFill>
                <a:schemeClr val="tx1"/>
              </a:solidFill>
              <a:latin typeface="Times New Roman" panose="02020603050405020304" pitchFamily="18" charset="0"/>
              <a:cs typeface="Times New Roman" panose="02020603050405020304" pitchFamily="18" charset="0"/>
            </a:endParaRPr>
          </a:p>
          <a:p>
            <a:endParaRPr lang="en-IN" sz="2900" dirty="0">
              <a:solidFill>
                <a:schemeClr val="tx1"/>
              </a:solidFill>
              <a:latin typeface="Times New Roman" panose="02020603050405020304" pitchFamily="18" charset="0"/>
              <a:cs typeface="Times New Roman" panose="02020603050405020304" pitchFamily="18" charset="0"/>
            </a:endParaRPr>
          </a:p>
          <a:p>
            <a:endParaRPr lang="en-IN" sz="2900" dirty="0">
              <a:solidFill>
                <a:schemeClr val="tx1"/>
              </a:solidFill>
              <a:latin typeface="Times New Roman" panose="02020603050405020304" pitchFamily="18" charset="0"/>
              <a:cs typeface="Times New Roman" panose="02020603050405020304" pitchFamily="18" charset="0"/>
            </a:endParaRPr>
          </a:p>
          <a:p>
            <a:endParaRPr lang="en-IN" sz="2900" dirty="0">
              <a:solidFill>
                <a:schemeClr val="tx1"/>
              </a:solidFill>
              <a:latin typeface="Times New Roman" panose="02020603050405020304" pitchFamily="18" charset="0"/>
              <a:cs typeface="Times New Roman" panose="02020603050405020304" pitchFamily="18" charset="0"/>
            </a:endParaRPr>
          </a:p>
          <a:p>
            <a:endParaRPr lang="en-IN" sz="2900" dirty="0">
              <a:solidFill>
                <a:schemeClr val="tx1"/>
              </a:solidFill>
              <a:latin typeface="Times New Roman" panose="02020603050405020304" pitchFamily="18" charset="0"/>
              <a:cs typeface="Times New Roman" panose="02020603050405020304" pitchFamily="18" charset="0"/>
            </a:endParaRPr>
          </a:p>
          <a:p>
            <a:endParaRPr lang="en-IN" sz="2900" dirty="0">
              <a:solidFill>
                <a:schemeClr val="tx1"/>
              </a:solidFill>
              <a:latin typeface="Times New Roman" panose="02020603050405020304" pitchFamily="18" charset="0"/>
              <a:cs typeface="Times New Roman" panose="02020603050405020304" pitchFamily="18" charset="0"/>
            </a:endParaRPr>
          </a:p>
          <a:p>
            <a:endParaRPr lang="en-IN" sz="2900" dirty="0">
              <a:solidFill>
                <a:schemeClr val="tx1"/>
              </a:solidFill>
              <a:latin typeface="Times New Roman" panose="02020603050405020304" pitchFamily="18" charset="0"/>
              <a:cs typeface="Times New Roman" panose="02020603050405020304" pitchFamily="18" charset="0"/>
            </a:endParaRPr>
          </a:p>
          <a:p>
            <a:endParaRPr lang="en-IN" sz="2900" dirty="0">
              <a:solidFill>
                <a:schemeClr val="tx1"/>
              </a:solidFill>
              <a:latin typeface="Times New Roman" panose="02020603050405020304" pitchFamily="18" charset="0"/>
              <a:cs typeface="Times New Roman" panose="02020603050405020304" pitchFamily="18" charset="0"/>
            </a:endParaRPr>
          </a:p>
          <a:p>
            <a:endParaRPr lang="en-IN" sz="2900" dirty="0">
              <a:solidFill>
                <a:schemeClr val="tx1"/>
              </a:solidFill>
              <a:latin typeface="Times New Roman" panose="02020603050405020304" pitchFamily="18" charset="0"/>
              <a:cs typeface="Times New Roman" panose="02020603050405020304" pitchFamily="18" charset="0"/>
            </a:endParaRPr>
          </a:p>
          <a:p>
            <a:endParaRPr lang="en-IN" sz="2900" dirty="0">
              <a:solidFill>
                <a:schemeClr val="tx1"/>
              </a:solidFill>
              <a:latin typeface="Times New Roman" panose="02020603050405020304" pitchFamily="18" charset="0"/>
              <a:cs typeface="Times New Roman" panose="02020603050405020304" pitchFamily="18" charset="0"/>
            </a:endParaRPr>
          </a:p>
          <a:p>
            <a:endParaRPr lang="en-IN" sz="2900" dirty="0">
              <a:solidFill>
                <a:schemeClr val="tx1"/>
              </a:solidFill>
              <a:latin typeface="Times New Roman" panose="02020603050405020304" pitchFamily="18" charset="0"/>
              <a:cs typeface="Times New Roman" panose="02020603050405020304" pitchFamily="18" charset="0"/>
            </a:endParaRPr>
          </a:p>
          <a:p>
            <a:endParaRPr lang="en-IN" sz="2900" dirty="0">
              <a:solidFill>
                <a:schemeClr val="tx1"/>
              </a:solidFill>
              <a:latin typeface="Times New Roman" panose="02020603050405020304" pitchFamily="18" charset="0"/>
              <a:cs typeface="Times New Roman" panose="02020603050405020304" pitchFamily="18" charset="0"/>
            </a:endParaRPr>
          </a:p>
          <a:p>
            <a:endParaRPr lang="en-IN" sz="2900" dirty="0">
              <a:solidFill>
                <a:schemeClr val="tx1"/>
              </a:solidFill>
              <a:latin typeface="Times New Roman" panose="02020603050405020304" pitchFamily="18" charset="0"/>
              <a:cs typeface="Times New Roman" panose="02020603050405020304" pitchFamily="18" charset="0"/>
            </a:endParaRPr>
          </a:p>
          <a:p>
            <a:endParaRPr lang="en-IN" sz="2900" dirty="0">
              <a:solidFill>
                <a:schemeClr val="tx1"/>
              </a:solidFill>
              <a:latin typeface="Times New Roman" panose="02020603050405020304" pitchFamily="18" charset="0"/>
              <a:cs typeface="Times New Roman" panose="02020603050405020304" pitchFamily="18" charset="0"/>
            </a:endParaRPr>
          </a:p>
          <a:p>
            <a:endParaRPr lang="en-IN" sz="2900" dirty="0">
              <a:solidFill>
                <a:schemeClr val="tx1"/>
              </a:solidFill>
              <a:latin typeface="Times New Roman" panose="02020603050405020304" pitchFamily="18" charset="0"/>
              <a:cs typeface="Times New Roman" panose="02020603050405020304" pitchFamily="18" charset="0"/>
            </a:endParaRPr>
          </a:p>
          <a:p>
            <a:endParaRPr lang="en-IN" sz="2900" dirty="0">
              <a:solidFill>
                <a:schemeClr val="tx1"/>
              </a:solidFill>
              <a:latin typeface="Times New Roman" panose="02020603050405020304" pitchFamily="18" charset="0"/>
              <a:cs typeface="Times New Roman" panose="02020603050405020304" pitchFamily="18" charset="0"/>
            </a:endParaRPr>
          </a:p>
          <a:p>
            <a:endParaRPr lang="en-IN" sz="2900" dirty="0">
              <a:solidFill>
                <a:schemeClr val="tx1"/>
              </a:solidFill>
              <a:latin typeface="Times New Roman" panose="02020603050405020304" pitchFamily="18" charset="0"/>
              <a:cs typeface="Times New Roman" panose="02020603050405020304" pitchFamily="18" charset="0"/>
            </a:endParaRPr>
          </a:p>
          <a:p>
            <a:endParaRPr lang="en-IN" sz="2900" dirty="0">
              <a:solidFill>
                <a:schemeClr val="tx1"/>
              </a:solidFill>
              <a:latin typeface="Times New Roman" panose="02020603050405020304" pitchFamily="18" charset="0"/>
              <a:cs typeface="Times New Roman" panose="02020603050405020304" pitchFamily="18" charset="0"/>
            </a:endParaRPr>
          </a:p>
          <a:p>
            <a:endParaRPr lang="en-IN" sz="2900" dirty="0">
              <a:solidFill>
                <a:schemeClr val="tx1"/>
              </a:solidFill>
              <a:latin typeface="Times New Roman" panose="02020603050405020304" pitchFamily="18" charset="0"/>
              <a:cs typeface="Times New Roman" panose="02020603050405020304" pitchFamily="18" charset="0"/>
            </a:endParaRPr>
          </a:p>
          <a:p>
            <a:pPr algn="ctr"/>
            <a:endParaRPr lang="en-IN" sz="2900" dirty="0">
              <a:solidFill>
                <a:schemeClr val="tx1"/>
              </a:solidFill>
              <a:latin typeface="Times New Roman" panose="02020603050405020304" pitchFamily="18" charset="0"/>
              <a:cs typeface="Times New Roman" panose="02020603050405020304" pitchFamily="18" charset="0"/>
            </a:endParaRPr>
          </a:p>
          <a:p>
            <a:pPr algn="ctr"/>
            <a:r>
              <a:rPr lang="en-IN" sz="2900" dirty="0">
                <a:solidFill>
                  <a:schemeClr val="tx1"/>
                </a:solidFill>
                <a:latin typeface="Times New Roman" panose="02020603050405020304" pitchFamily="18" charset="0"/>
                <a:cs typeface="Times New Roman" panose="02020603050405020304" pitchFamily="18" charset="0"/>
              </a:rPr>
              <a:t>The Ahmed body with geometry dimension.</a:t>
            </a:r>
          </a:p>
          <a:p>
            <a:endParaRPr lang="en-IN" sz="2900" dirty="0">
              <a:solidFill>
                <a:schemeClr val="tx1"/>
              </a:solidFill>
              <a:latin typeface="Times New Roman" panose="02020603050405020304" pitchFamily="18" charset="0"/>
              <a:cs typeface="Times New Roman" panose="02020603050405020304" pitchFamily="18" charset="0"/>
            </a:endParaRPr>
          </a:p>
          <a:p>
            <a:endParaRPr lang="en-IN" sz="2900" dirty="0">
              <a:solidFill>
                <a:schemeClr val="tx1"/>
              </a:solidFill>
              <a:latin typeface="Times New Roman" panose="02020603050405020304" pitchFamily="18" charset="0"/>
              <a:cs typeface="Times New Roman" panose="02020603050405020304" pitchFamily="18" charset="0"/>
            </a:endParaRPr>
          </a:p>
          <a:p>
            <a:endParaRPr lang="en-IN" sz="2900" dirty="0">
              <a:solidFill>
                <a:schemeClr val="tx1"/>
              </a:solidFill>
              <a:latin typeface="Times New Roman" panose="02020603050405020304" pitchFamily="18" charset="0"/>
              <a:cs typeface="Times New Roman" panose="02020603050405020304" pitchFamily="18" charset="0"/>
            </a:endParaRPr>
          </a:p>
          <a:p>
            <a:endParaRPr lang="en-IN" sz="2900" dirty="0">
              <a:solidFill>
                <a:schemeClr val="tx1"/>
              </a:solidFill>
              <a:latin typeface="Times New Roman" panose="02020603050405020304" pitchFamily="18" charset="0"/>
              <a:cs typeface="Times New Roman" panose="02020603050405020304" pitchFamily="18" charset="0"/>
            </a:endParaRPr>
          </a:p>
          <a:p>
            <a:endParaRPr lang="en-IN" sz="2900" dirty="0">
              <a:solidFill>
                <a:schemeClr val="tx1"/>
              </a:solidFill>
              <a:latin typeface="Times New Roman" panose="02020603050405020304" pitchFamily="18" charset="0"/>
              <a:cs typeface="Times New Roman" panose="02020603050405020304" pitchFamily="18" charset="0"/>
            </a:endParaRPr>
          </a:p>
          <a:p>
            <a:endParaRPr lang="en-IN" sz="2900" dirty="0">
              <a:solidFill>
                <a:schemeClr val="tx1"/>
              </a:solidFill>
              <a:latin typeface="Times New Roman" panose="02020603050405020304" pitchFamily="18" charset="0"/>
              <a:cs typeface="Times New Roman" panose="02020603050405020304" pitchFamily="18" charset="0"/>
            </a:endParaRPr>
          </a:p>
          <a:p>
            <a:endParaRPr lang="en-IN" sz="2900" dirty="0">
              <a:solidFill>
                <a:schemeClr val="tx1"/>
              </a:solidFill>
              <a:latin typeface="Times New Roman" panose="02020603050405020304" pitchFamily="18" charset="0"/>
              <a:cs typeface="Times New Roman" panose="02020603050405020304" pitchFamily="18" charset="0"/>
            </a:endParaRPr>
          </a:p>
          <a:p>
            <a:endParaRPr lang="en-IN" sz="2900" dirty="0">
              <a:solidFill>
                <a:schemeClr val="tx1"/>
              </a:solidFill>
              <a:latin typeface="Times New Roman" panose="02020603050405020304" pitchFamily="18" charset="0"/>
              <a:cs typeface="Times New Roman" panose="02020603050405020304" pitchFamily="18" charset="0"/>
            </a:endParaRPr>
          </a:p>
        </p:txBody>
      </p:sp>
      <p:sp>
        <p:nvSpPr>
          <p:cNvPr id="46" name="Rounded Rectangle 18">
            <a:extLst>
              <a:ext uri="{FF2B5EF4-FFF2-40B4-BE49-F238E27FC236}">
                <a16:creationId xmlns:a16="http://schemas.microsoft.com/office/drawing/2014/main" id="{458026CF-3121-50BB-BF38-5993F183FE41}"/>
              </a:ext>
            </a:extLst>
          </p:cNvPr>
          <p:cNvSpPr/>
          <p:nvPr/>
        </p:nvSpPr>
        <p:spPr>
          <a:xfrm>
            <a:off x="2405272" y="14860777"/>
            <a:ext cx="5458568" cy="1034619"/>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000" b="1" dirty="0">
                <a:latin typeface="Times New Roman" panose="02020603050405020304" pitchFamily="18" charset="0"/>
                <a:cs typeface="Times New Roman" panose="02020603050405020304" pitchFamily="18" charset="0"/>
              </a:rPr>
              <a:t>Simulation Design  </a:t>
            </a:r>
            <a:endParaRPr lang="en-IN" sz="4000" dirty="0"/>
          </a:p>
        </p:txBody>
      </p:sp>
      <p:pic>
        <p:nvPicPr>
          <p:cNvPr id="47" name="Picture 2" descr="C:\Users\LENOVO Y 700\Desktop\Screenshot 2021-07-31 162352.png">
            <a:extLst>
              <a:ext uri="{FF2B5EF4-FFF2-40B4-BE49-F238E27FC236}">
                <a16:creationId xmlns:a16="http://schemas.microsoft.com/office/drawing/2014/main" id="{B3CFF2A5-F3C0-0712-BBBA-F91058649419}"/>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25788" t="48735" r="38891" b="12086"/>
          <a:stretch/>
        </p:blipFill>
        <p:spPr bwMode="auto">
          <a:xfrm>
            <a:off x="1959840" y="15918939"/>
            <a:ext cx="12150154" cy="5771011"/>
          </a:xfrm>
          <a:prstGeom prst="rect">
            <a:avLst/>
          </a:prstGeom>
          <a:noFill/>
          <a:extLst>
            <a:ext uri="{909E8E84-426E-40DD-AFC4-6F175D3DCCD1}">
              <a14:hiddenFill xmlns:a14="http://schemas.microsoft.com/office/drawing/2010/main">
                <a:solidFill>
                  <a:srgbClr val="FFFFFF"/>
                </a:solidFill>
              </a14:hiddenFill>
            </a:ext>
          </a:extLst>
        </p:spPr>
      </p:pic>
      <p:sp>
        <p:nvSpPr>
          <p:cNvPr id="48" name="Rounded Rectangle 24">
            <a:extLst>
              <a:ext uri="{FF2B5EF4-FFF2-40B4-BE49-F238E27FC236}">
                <a16:creationId xmlns:a16="http://schemas.microsoft.com/office/drawing/2014/main" id="{85715AA7-BF08-B701-E5B6-CA7008D0DED8}"/>
              </a:ext>
            </a:extLst>
          </p:cNvPr>
          <p:cNvSpPr/>
          <p:nvPr/>
        </p:nvSpPr>
        <p:spPr>
          <a:xfrm>
            <a:off x="1489566" y="22752272"/>
            <a:ext cx="6226953" cy="672107"/>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4000" dirty="0">
                <a:solidFill>
                  <a:schemeClr val="tx1"/>
                </a:solidFill>
                <a:latin typeface="Times New Roman" panose="02020603050405020304" pitchFamily="18" charset="0"/>
                <a:cs typeface="Times New Roman" panose="02020603050405020304" pitchFamily="18" charset="0"/>
              </a:rPr>
              <a:t>Results</a:t>
            </a:r>
          </a:p>
        </p:txBody>
      </p:sp>
      <p:sp>
        <p:nvSpPr>
          <p:cNvPr id="39" name="Rounded Rectangle 14">
            <a:extLst>
              <a:ext uri="{FF2B5EF4-FFF2-40B4-BE49-F238E27FC236}">
                <a16:creationId xmlns:a16="http://schemas.microsoft.com/office/drawing/2014/main" id="{61C60536-3F4C-C25C-4213-32B91361B95A}"/>
              </a:ext>
            </a:extLst>
          </p:cNvPr>
          <p:cNvSpPr/>
          <p:nvPr/>
        </p:nvSpPr>
        <p:spPr>
          <a:xfrm>
            <a:off x="16395972" y="5722425"/>
            <a:ext cx="5353851" cy="914400"/>
          </a:xfrm>
          <a:prstGeom prst="roundRect">
            <a:avLst>
              <a:gd name="adj" fmla="val 0"/>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000" b="1" dirty="0">
                <a:latin typeface="Times New Roman" panose="02020603050405020304" pitchFamily="18" charset="0"/>
                <a:cs typeface="Times New Roman" panose="02020603050405020304" pitchFamily="18" charset="0"/>
              </a:rPr>
              <a:t>Objective</a:t>
            </a:r>
            <a:endParaRPr lang="en-IN" sz="4000" dirty="0"/>
          </a:p>
        </p:txBody>
      </p:sp>
    </p:spTree>
    <p:extLst>
      <p:ext uri="{BB962C8B-B14F-4D97-AF65-F5344CB8AC3E}">
        <p14:creationId xmlns:p14="http://schemas.microsoft.com/office/powerpoint/2010/main" val="1985454505"/>
      </p:ext>
    </p:extLst>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6B9F25"/>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D26EA377-59BD-4C9C-9D94-EE8416EE4C79}"/>
    </a:ext>
  </a:extLst>
</a:theme>
</file>

<file path=docProps/app.xml><?xml version="1.0" encoding="utf-8"?>
<Properties xmlns="http://schemas.openxmlformats.org/officeDocument/2006/extended-properties" xmlns:vt="http://schemas.openxmlformats.org/officeDocument/2006/docPropsVTypes">
  <Template>Retrospect</Template>
  <TotalTime>311</TotalTime>
  <Words>506</Words>
  <Application>Microsoft Office PowerPoint</Application>
  <PresentationFormat>Custom</PresentationFormat>
  <Paragraphs>177</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Calibri Light</vt:lpstr>
      <vt:lpstr>Times New Roman</vt:lpstr>
      <vt:lpstr>Retrospect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Sartaj Anwar Khan</dc:creator>
  <cp:lastModifiedBy>faisal</cp:lastModifiedBy>
  <cp:revision>49</cp:revision>
  <dcterms:created xsi:type="dcterms:W3CDTF">2021-06-08T20:16:13Z</dcterms:created>
  <dcterms:modified xsi:type="dcterms:W3CDTF">2022-06-28T09:55:33Z</dcterms:modified>
</cp:coreProperties>
</file>