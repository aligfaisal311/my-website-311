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1" r:id="rId1"/>
  </p:sldMasterIdLst>
  <p:notesMasterIdLst>
    <p:notesMasterId r:id="rId3"/>
  </p:notesMasterIdLst>
  <p:handoutMasterIdLst>
    <p:handoutMasterId r:id="rId4"/>
  </p:handoutMasterIdLst>
  <p:sldIdLst>
    <p:sldId id="256" r:id="rId2"/>
  </p:sldIdLst>
  <p:sldSz cx="28443238" cy="42800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0">
          <p15:clr>
            <a:srgbClr val="A4A3A4"/>
          </p15:clr>
        </p15:guide>
        <p15:guide id="2" pos="895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ECE6CA"/>
    <a:srgbClr val="D4D4E2"/>
    <a:srgbClr val="E7CFE7"/>
    <a:srgbClr val="FF99FF"/>
    <a:srgbClr val="FFFF00"/>
    <a:srgbClr val="FF3399"/>
    <a:srgbClr val="FF00FF"/>
    <a:srgbClr val="F8E9BE"/>
    <a:srgbClr val="EBDB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34" d="100"/>
          <a:sy n="34" d="100"/>
        </p:scale>
        <p:origin x="826" y="19"/>
      </p:cViewPr>
      <p:guideLst>
        <p:guide orient="horz" pos="13480"/>
        <p:guide pos="895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GROUP-1</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DAD28BF-1125-4DE6-B57A-77C5B601C669}" type="datetimeFigureOut">
              <a:rPr lang="en-US" smtClean="0"/>
              <a:t>8/12/2021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FCE47EB-2AEE-4E8B-9E7E-78BF537347DB}"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GROUP-1</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E3C860-6533-43AF-A1A7-2620CCA612AA}" type="datetimeFigureOut">
              <a:rPr lang="en-US" smtClean="0"/>
              <a:t>8/12/2021</a:t>
            </a:fld>
            <a:endParaRPr lang="en-US"/>
          </a:p>
        </p:txBody>
      </p:sp>
      <p:sp>
        <p:nvSpPr>
          <p:cNvPr id="4" name="Slide Image Placeholder 3"/>
          <p:cNvSpPr>
            <a:spLocks noGrp="1" noRot="1" noChangeAspect="1"/>
          </p:cNvSpPr>
          <p:nvPr>
            <p:ph type="sldImg" idx="2"/>
          </p:nvPr>
        </p:nvSpPr>
        <p:spPr>
          <a:xfrm>
            <a:off x="2289175" y="685800"/>
            <a:ext cx="22796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8869D4-BDED-4686-98B8-E34A107FBAEA}" type="slidenum">
              <a:rPr lang="en-US" smtClean="0"/>
              <a:t>‹#›</a:t>
            </a:fld>
            <a:endParaRPr lang="en-US"/>
          </a:p>
        </p:txBody>
      </p:sp>
    </p:spTree>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Header Placeholder 4"/>
          <p:cNvSpPr>
            <a:spLocks noGrp="1"/>
          </p:cNvSpPr>
          <p:nvPr>
            <p:ph type="hdr" sz="quarter" idx="10"/>
          </p:nvPr>
        </p:nvSpPr>
        <p:spPr/>
        <p:txBody>
          <a:bodyPr/>
          <a:lstStyle/>
          <a:p>
            <a:r>
              <a:rPr lang="en-US"/>
              <a:t>GROUP-1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559892" y="4736598"/>
            <a:ext cx="23465671" cy="22256306"/>
          </a:xfrm>
        </p:spPr>
        <p:txBody>
          <a:bodyPr anchor="b">
            <a:normAutofit/>
          </a:bodyPr>
          <a:lstStyle>
            <a:lvl1pPr algn="l">
              <a:lnSpc>
                <a:spcPct val="85000"/>
              </a:lnSpc>
              <a:defRPr sz="24885" spc="-156"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566355" y="27807407"/>
            <a:ext cx="23465671" cy="7133431"/>
          </a:xfrm>
        </p:spPr>
        <p:txBody>
          <a:bodyPr lIns="91440" rIns="91440">
            <a:normAutofit/>
          </a:bodyPr>
          <a:lstStyle>
            <a:lvl1pPr marL="0" indent="0" algn="l">
              <a:buNone/>
              <a:defRPr sz="7465" cap="all" spc="622" baseline="0">
                <a:solidFill>
                  <a:schemeClr val="tx2"/>
                </a:solidFill>
                <a:latin typeface="+mj-lt"/>
              </a:defRPr>
            </a:lvl1pPr>
            <a:lvl2pPr marL="1422166" indent="0" algn="ctr">
              <a:buNone/>
              <a:defRPr sz="7465"/>
            </a:lvl2pPr>
            <a:lvl3pPr marL="2844333" indent="0" algn="ctr">
              <a:buNone/>
              <a:defRPr sz="7465"/>
            </a:lvl3pPr>
            <a:lvl4pPr marL="4266499" indent="0" algn="ctr">
              <a:buNone/>
              <a:defRPr sz="6221"/>
            </a:lvl4pPr>
            <a:lvl5pPr marL="5688665" indent="0" algn="ctr">
              <a:buNone/>
              <a:defRPr sz="6221"/>
            </a:lvl5pPr>
            <a:lvl6pPr marL="7110832" indent="0" algn="ctr">
              <a:buNone/>
              <a:defRPr sz="6221"/>
            </a:lvl6pPr>
            <a:lvl7pPr marL="8532998" indent="0" algn="ctr">
              <a:buNone/>
              <a:defRPr sz="6221"/>
            </a:lvl7pPr>
            <a:lvl8pPr marL="9955164" indent="0" algn="ctr">
              <a:buNone/>
              <a:defRPr sz="6221"/>
            </a:lvl8pPr>
            <a:lvl9pPr marL="11377331" indent="0" algn="ctr">
              <a:buNone/>
              <a:defRPr sz="622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pPr/>
              <a:t>12-08-2021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pPr/>
              <a:t>‹#›</a:t>
            </a:fld>
            <a:endParaRPr lang="en-IN"/>
          </a:p>
        </p:txBody>
      </p:sp>
      <p:cxnSp>
        <p:nvCxnSpPr>
          <p:cNvPr id="9" name="Straight Connector 8"/>
          <p:cNvCxnSpPr/>
          <p:nvPr/>
        </p:nvCxnSpPr>
        <p:spPr>
          <a:xfrm>
            <a:off x="2817398" y="27107039"/>
            <a:ext cx="2303902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605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pPr/>
              <a:t>12-08-2021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pPr/>
              <a:t>‹#›</a:t>
            </a:fld>
            <a:endParaRPr lang="en-IN"/>
          </a:p>
        </p:txBody>
      </p:sp>
    </p:spTree>
    <p:extLst>
      <p:ext uri="{BB962C8B-B14F-4D97-AF65-F5344CB8AC3E}">
        <p14:creationId xmlns:p14="http://schemas.microsoft.com/office/powerpoint/2010/main" val="341253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559892" y="4736598"/>
            <a:ext cx="23465671" cy="22256306"/>
          </a:xfrm>
        </p:spPr>
        <p:txBody>
          <a:bodyPr anchor="b" anchorCtr="0">
            <a:normAutofit/>
          </a:bodyPr>
          <a:lstStyle>
            <a:lvl1pPr>
              <a:lnSpc>
                <a:spcPct val="85000"/>
              </a:lnSpc>
              <a:defRPr sz="24885"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559892" y="27791849"/>
            <a:ext cx="23465671" cy="7133431"/>
          </a:xfrm>
        </p:spPr>
        <p:txBody>
          <a:bodyPr lIns="91440" rIns="91440" anchor="t" anchorCtr="0">
            <a:normAutofit/>
          </a:bodyPr>
          <a:lstStyle>
            <a:lvl1pPr marL="0" indent="0">
              <a:buNone/>
              <a:defRPr sz="7465" cap="all" spc="622" baseline="0">
                <a:solidFill>
                  <a:schemeClr val="tx2"/>
                </a:solidFill>
                <a:latin typeface="+mj-lt"/>
              </a:defRPr>
            </a:lvl1pPr>
            <a:lvl2pPr marL="1422166" indent="0">
              <a:buNone/>
              <a:defRPr sz="5599">
                <a:solidFill>
                  <a:schemeClr val="tx1">
                    <a:tint val="75000"/>
                  </a:schemeClr>
                </a:solidFill>
              </a:defRPr>
            </a:lvl2pPr>
            <a:lvl3pPr marL="2844333" indent="0">
              <a:buNone/>
              <a:defRPr sz="4977">
                <a:solidFill>
                  <a:schemeClr val="tx1">
                    <a:tint val="75000"/>
                  </a:schemeClr>
                </a:solidFill>
              </a:defRPr>
            </a:lvl3pPr>
            <a:lvl4pPr marL="4266499" indent="0">
              <a:buNone/>
              <a:defRPr sz="4355">
                <a:solidFill>
                  <a:schemeClr val="tx1">
                    <a:tint val="75000"/>
                  </a:schemeClr>
                </a:solidFill>
              </a:defRPr>
            </a:lvl4pPr>
            <a:lvl5pPr marL="5688665" indent="0">
              <a:buNone/>
              <a:defRPr sz="4355">
                <a:solidFill>
                  <a:schemeClr val="tx1">
                    <a:tint val="75000"/>
                  </a:schemeClr>
                </a:solidFill>
              </a:defRPr>
            </a:lvl5pPr>
            <a:lvl6pPr marL="7110832" indent="0">
              <a:buNone/>
              <a:defRPr sz="4355">
                <a:solidFill>
                  <a:schemeClr val="tx1">
                    <a:tint val="75000"/>
                  </a:schemeClr>
                </a:solidFill>
              </a:defRPr>
            </a:lvl6pPr>
            <a:lvl7pPr marL="8532998" indent="0">
              <a:buNone/>
              <a:defRPr sz="4355">
                <a:solidFill>
                  <a:schemeClr val="tx1">
                    <a:tint val="75000"/>
                  </a:schemeClr>
                </a:solidFill>
              </a:defRPr>
            </a:lvl7pPr>
            <a:lvl8pPr marL="9955164" indent="0">
              <a:buNone/>
              <a:defRPr sz="4355">
                <a:solidFill>
                  <a:schemeClr val="tx1">
                    <a:tint val="75000"/>
                  </a:schemeClr>
                </a:solidFill>
              </a:defRPr>
            </a:lvl8pPr>
            <a:lvl9pPr marL="11377331" indent="0">
              <a:buNone/>
              <a:defRPr sz="4355">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C972FCD-9765-44CC-9752-E7B11B5CC4F6}" type="datetimeFigureOut">
              <a:rPr lang="en-IN" smtClean="0"/>
              <a:pPr/>
              <a:t>12-08-2021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pPr/>
              <a:t>‹#›</a:t>
            </a:fld>
            <a:endParaRPr lang="en-IN"/>
          </a:p>
        </p:txBody>
      </p:sp>
      <p:cxnSp>
        <p:nvCxnSpPr>
          <p:cNvPr id="9" name="Straight Connector 8"/>
          <p:cNvCxnSpPr/>
          <p:nvPr/>
        </p:nvCxnSpPr>
        <p:spPr>
          <a:xfrm>
            <a:off x="2817398" y="27107039"/>
            <a:ext cx="2303902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3559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2559892" y="1788691"/>
            <a:ext cx="23465671" cy="905413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559892" y="11519175"/>
            <a:ext cx="11519511" cy="251096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4506052" y="11519181"/>
            <a:ext cx="11519511" cy="251096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972FCD-9765-44CC-9752-E7B11B5CC4F6}" type="datetimeFigureOut">
              <a:rPr lang="en-IN" smtClean="0"/>
              <a:pPr/>
              <a:t>12-08-2021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F6D0B2-FC02-4FCE-96D5-8F676BDAAEE6}" type="slidenum">
              <a:rPr lang="en-IN" smtClean="0"/>
              <a:pPr/>
              <a:t>‹#›</a:t>
            </a:fld>
            <a:endParaRPr lang="en-IN"/>
          </a:p>
        </p:txBody>
      </p:sp>
    </p:spTree>
    <p:extLst>
      <p:ext uri="{BB962C8B-B14F-4D97-AF65-F5344CB8AC3E}">
        <p14:creationId xmlns:p14="http://schemas.microsoft.com/office/powerpoint/2010/main" val="2854321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2559892" y="1788691"/>
            <a:ext cx="23465671" cy="905413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59892" y="11521159"/>
            <a:ext cx="11519511" cy="4595116"/>
          </a:xfrm>
        </p:spPr>
        <p:txBody>
          <a:bodyPr lIns="91440" rIns="91440" anchor="ctr">
            <a:normAutofit/>
          </a:bodyPr>
          <a:lstStyle>
            <a:lvl1pPr marL="0" indent="0">
              <a:buNone/>
              <a:defRPr sz="6221" b="0" cap="all" baseline="0">
                <a:solidFill>
                  <a:schemeClr val="tx2"/>
                </a:solidFill>
              </a:defRPr>
            </a:lvl1pPr>
            <a:lvl2pPr marL="1422166" indent="0">
              <a:buNone/>
              <a:defRPr sz="6221" b="1"/>
            </a:lvl2pPr>
            <a:lvl3pPr marL="2844333" indent="0">
              <a:buNone/>
              <a:defRPr sz="5599" b="1"/>
            </a:lvl3pPr>
            <a:lvl4pPr marL="4266499" indent="0">
              <a:buNone/>
              <a:defRPr sz="4977" b="1"/>
            </a:lvl4pPr>
            <a:lvl5pPr marL="5688665" indent="0">
              <a:buNone/>
              <a:defRPr sz="4977" b="1"/>
            </a:lvl5pPr>
            <a:lvl6pPr marL="7110832" indent="0">
              <a:buNone/>
              <a:defRPr sz="4977" b="1"/>
            </a:lvl6pPr>
            <a:lvl7pPr marL="8532998" indent="0">
              <a:buNone/>
              <a:defRPr sz="4977" b="1"/>
            </a:lvl7pPr>
            <a:lvl8pPr marL="9955164" indent="0">
              <a:buNone/>
              <a:defRPr sz="4977" b="1"/>
            </a:lvl8pPr>
            <a:lvl9pPr marL="11377331" indent="0">
              <a:buNone/>
              <a:defRPr sz="4977" b="1"/>
            </a:lvl9pPr>
          </a:lstStyle>
          <a:p>
            <a:pPr lvl="0"/>
            <a:r>
              <a:rPr lang="en-US"/>
              <a:t>Edit Master text styles</a:t>
            </a:r>
          </a:p>
        </p:txBody>
      </p:sp>
      <p:sp>
        <p:nvSpPr>
          <p:cNvPr id="4" name="Content Placeholder 3"/>
          <p:cNvSpPr>
            <a:spLocks noGrp="1"/>
          </p:cNvSpPr>
          <p:nvPr>
            <p:ph sz="half" idx="2"/>
          </p:nvPr>
        </p:nvSpPr>
        <p:spPr>
          <a:xfrm>
            <a:off x="2559892" y="16116275"/>
            <a:ext cx="11519511" cy="210832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4506052" y="11521159"/>
            <a:ext cx="11519511" cy="4595116"/>
          </a:xfrm>
        </p:spPr>
        <p:txBody>
          <a:bodyPr lIns="91440" rIns="91440" anchor="ctr">
            <a:normAutofit/>
          </a:bodyPr>
          <a:lstStyle>
            <a:lvl1pPr marL="0" indent="0">
              <a:buNone/>
              <a:defRPr sz="6221" b="0" cap="all" baseline="0">
                <a:solidFill>
                  <a:schemeClr val="tx2"/>
                </a:solidFill>
              </a:defRPr>
            </a:lvl1pPr>
            <a:lvl2pPr marL="1422166" indent="0">
              <a:buNone/>
              <a:defRPr sz="6221" b="1"/>
            </a:lvl2pPr>
            <a:lvl3pPr marL="2844333" indent="0">
              <a:buNone/>
              <a:defRPr sz="5599" b="1"/>
            </a:lvl3pPr>
            <a:lvl4pPr marL="4266499" indent="0">
              <a:buNone/>
              <a:defRPr sz="4977" b="1"/>
            </a:lvl4pPr>
            <a:lvl5pPr marL="5688665" indent="0">
              <a:buNone/>
              <a:defRPr sz="4977" b="1"/>
            </a:lvl5pPr>
            <a:lvl6pPr marL="7110832" indent="0">
              <a:buNone/>
              <a:defRPr sz="4977" b="1"/>
            </a:lvl6pPr>
            <a:lvl7pPr marL="8532998" indent="0">
              <a:buNone/>
              <a:defRPr sz="4977" b="1"/>
            </a:lvl7pPr>
            <a:lvl8pPr marL="9955164" indent="0">
              <a:buNone/>
              <a:defRPr sz="4977" b="1"/>
            </a:lvl8pPr>
            <a:lvl9pPr marL="11377331" indent="0">
              <a:buNone/>
              <a:defRPr sz="4977" b="1"/>
            </a:lvl9pPr>
          </a:lstStyle>
          <a:p>
            <a:pPr lvl="0"/>
            <a:r>
              <a:rPr lang="en-US"/>
              <a:t>Edit Master text styles</a:t>
            </a:r>
          </a:p>
        </p:txBody>
      </p:sp>
      <p:sp>
        <p:nvSpPr>
          <p:cNvPr id="6" name="Content Placeholder 5"/>
          <p:cNvSpPr>
            <a:spLocks noGrp="1"/>
          </p:cNvSpPr>
          <p:nvPr>
            <p:ph sz="quarter" idx="4"/>
          </p:nvPr>
        </p:nvSpPr>
        <p:spPr>
          <a:xfrm>
            <a:off x="14506052" y="16116275"/>
            <a:ext cx="11519511" cy="210832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972FCD-9765-44CC-9752-E7B11B5CC4F6}" type="datetimeFigureOut">
              <a:rPr lang="en-IN" smtClean="0"/>
              <a:pPr/>
              <a:t>12-08-2021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CF6D0B2-FC02-4FCE-96D5-8F676BDAAEE6}" type="slidenum">
              <a:rPr lang="en-IN" smtClean="0"/>
              <a:pPr/>
              <a:t>‹#›</a:t>
            </a:fld>
            <a:endParaRPr lang="en-IN"/>
          </a:p>
        </p:txBody>
      </p:sp>
    </p:spTree>
    <p:extLst>
      <p:ext uri="{BB962C8B-B14F-4D97-AF65-F5344CB8AC3E}">
        <p14:creationId xmlns:p14="http://schemas.microsoft.com/office/powerpoint/2010/main" val="428862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972FCD-9765-44CC-9752-E7B11B5CC4F6}" type="datetimeFigureOut">
              <a:rPr lang="en-IN" smtClean="0"/>
              <a:pPr/>
              <a:t>12-08-2021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CF6D0B2-FC02-4FCE-96D5-8F676BDAAEE6}" type="slidenum">
              <a:rPr lang="en-IN" smtClean="0"/>
              <a:pPr/>
              <a:t>‹#›</a:t>
            </a:fld>
            <a:endParaRPr lang="en-IN"/>
          </a:p>
        </p:txBody>
      </p:sp>
    </p:spTree>
    <p:extLst>
      <p:ext uri="{BB962C8B-B14F-4D97-AF65-F5344CB8AC3E}">
        <p14:creationId xmlns:p14="http://schemas.microsoft.com/office/powerpoint/2010/main" val="4155207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C972FCD-9765-44CC-9752-E7B11B5CC4F6}" type="datetimeFigureOut">
              <a:rPr lang="en-IN" smtClean="0"/>
              <a:pPr/>
              <a:t>12-08-2021</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1CF6D0B2-FC02-4FCE-96D5-8F676BDAAEE6}" type="slidenum">
              <a:rPr lang="en-IN" smtClean="0"/>
              <a:pPr/>
              <a:t>‹#›</a:t>
            </a:fld>
            <a:endParaRPr lang="en-IN"/>
          </a:p>
        </p:txBody>
      </p:sp>
    </p:spTree>
    <p:extLst>
      <p:ext uri="{BB962C8B-B14F-4D97-AF65-F5344CB8AC3E}">
        <p14:creationId xmlns:p14="http://schemas.microsoft.com/office/powerpoint/2010/main" val="2696848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42" y="0"/>
            <a:ext cx="9450263" cy="428005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425254" y="0"/>
            <a:ext cx="149327" cy="428005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66621" y="3709378"/>
            <a:ext cx="7466350" cy="14266863"/>
          </a:xfrm>
        </p:spPr>
        <p:txBody>
          <a:bodyPr anchor="b">
            <a:normAutofit/>
          </a:bodyPr>
          <a:lstStyle>
            <a:lvl1pPr>
              <a:defRPr sz="11198"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11199525" y="4565396"/>
            <a:ext cx="15146024" cy="32813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66621" y="18261584"/>
            <a:ext cx="7466350" cy="21089019"/>
          </a:xfrm>
        </p:spPr>
        <p:txBody>
          <a:bodyPr lIns="91440" rIns="91440">
            <a:normAutofit/>
          </a:bodyPr>
          <a:lstStyle>
            <a:lvl1pPr marL="0" indent="0">
              <a:buNone/>
              <a:defRPr sz="4666">
                <a:solidFill>
                  <a:srgbClr val="FFFFFF"/>
                </a:solidFill>
              </a:defRPr>
            </a:lvl1pPr>
            <a:lvl2pPr marL="1422166" indent="0">
              <a:buNone/>
              <a:defRPr sz="3733"/>
            </a:lvl2pPr>
            <a:lvl3pPr marL="2844333" indent="0">
              <a:buNone/>
              <a:defRPr sz="3111"/>
            </a:lvl3pPr>
            <a:lvl4pPr marL="4266499" indent="0">
              <a:buNone/>
              <a:defRPr sz="2800"/>
            </a:lvl4pPr>
            <a:lvl5pPr marL="5688665" indent="0">
              <a:buNone/>
              <a:defRPr sz="2800"/>
            </a:lvl5pPr>
            <a:lvl6pPr marL="7110832" indent="0">
              <a:buNone/>
              <a:defRPr sz="2800"/>
            </a:lvl6pPr>
            <a:lvl7pPr marL="8532998" indent="0">
              <a:buNone/>
              <a:defRPr sz="2800"/>
            </a:lvl7pPr>
            <a:lvl8pPr marL="9955164" indent="0">
              <a:buNone/>
              <a:defRPr sz="2800"/>
            </a:lvl8pPr>
            <a:lvl9pPr marL="11377331" indent="0">
              <a:buNone/>
              <a:defRPr sz="2800"/>
            </a:lvl9pPr>
          </a:lstStyle>
          <a:p>
            <a:pPr lvl="0"/>
            <a:r>
              <a:rPr lang="en-US"/>
              <a:t>Edit Master text styles</a:t>
            </a:r>
          </a:p>
        </p:txBody>
      </p:sp>
      <p:sp>
        <p:nvSpPr>
          <p:cNvPr id="5" name="Date Placeholder 4"/>
          <p:cNvSpPr>
            <a:spLocks noGrp="1"/>
          </p:cNvSpPr>
          <p:nvPr>
            <p:ph type="dt" sz="half" idx="10"/>
          </p:nvPr>
        </p:nvSpPr>
        <p:spPr>
          <a:xfrm>
            <a:off x="1086015" y="40315349"/>
            <a:ext cx="6108835" cy="2278735"/>
          </a:xfrm>
        </p:spPr>
        <p:txBody>
          <a:bodyPr/>
          <a:lstStyle>
            <a:lvl1pPr algn="l">
              <a:defRPr/>
            </a:lvl1pPr>
          </a:lstStyle>
          <a:p>
            <a:fld id="{0C972FCD-9765-44CC-9752-E7B11B5CC4F6}" type="datetimeFigureOut">
              <a:rPr lang="en-IN" smtClean="0"/>
              <a:pPr/>
              <a:t>12-08-2021</a:t>
            </a:fld>
            <a:endParaRPr lang="en-IN"/>
          </a:p>
        </p:txBody>
      </p:sp>
      <p:sp>
        <p:nvSpPr>
          <p:cNvPr id="6" name="Footer Placeholder 5"/>
          <p:cNvSpPr>
            <a:spLocks noGrp="1"/>
          </p:cNvSpPr>
          <p:nvPr>
            <p:ph type="ftr" sz="quarter" idx="11"/>
          </p:nvPr>
        </p:nvSpPr>
        <p:spPr>
          <a:xfrm>
            <a:off x="11199525" y="40315349"/>
            <a:ext cx="10843984" cy="227873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CF6D0B2-FC02-4FCE-96D5-8F676BDAAEE6}" type="slidenum">
              <a:rPr lang="en-IN" smtClean="0"/>
              <a:pPr/>
              <a:t>‹#›</a:t>
            </a:fld>
            <a:endParaRPr lang="en-IN"/>
          </a:p>
        </p:txBody>
      </p:sp>
    </p:spTree>
    <p:extLst>
      <p:ext uri="{BB962C8B-B14F-4D97-AF65-F5344CB8AC3E}">
        <p14:creationId xmlns:p14="http://schemas.microsoft.com/office/powerpoint/2010/main" val="4119731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30911536"/>
            <a:ext cx="28435832" cy="118890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9" y="30674853"/>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559891" y="31672435"/>
            <a:ext cx="23594556" cy="5136071"/>
          </a:xfrm>
        </p:spPr>
        <p:txBody>
          <a:bodyPr tIns="0" bIns="0" anchor="b">
            <a:noAutofit/>
          </a:bodyPr>
          <a:lstStyle>
            <a:lvl1pPr>
              <a:defRPr sz="11198"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9" y="0"/>
            <a:ext cx="28443204" cy="30674853"/>
          </a:xfrm>
          <a:solidFill>
            <a:schemeClr val="bg2">
              <a:lumMod val="90000"/>
            </a:schemeClr>
          </a:solidFill>
        </p:spPr>
        <p:txBody>
          <a:bodyPr lIns="457200" tIns="457200" anchor="t"/>
          <a:lstStyle>
            <a:lvl1pPr marL="0" indent="0">
              <a:buNone/>
              <a:defRPr sz="9954"/>
            </a:lvl1pPr>
            <a:lvl2pPr marL="1422166" indent="0">
              <a:buNone/>
              <a:defRPr sz="8710"/>
            </a:lvl2pPr>
            <a:lvl3pPr marL="2844333" indent="0">
              <a:buNone/>
              <a:defRPr sz="7465"/>
            </a:lvl3pPr>
            <a:lvl4pPr marL="4266499" indent="0">
              <a:buNone/>
              <a:defRPr sz="6221"/>
            </a:lvl4pPr>
            <a:lvl5pPr marL="5688665" indent="0">
              <a:buNone/>
              <a:defRPr sz="6221"/>
            </a:lvl5pPr>
            <a:lvl6pPr marL="7110832" indent="0">
              <a:buNone/>
              <a:defRPr sz="6221"/>
            </a:lvl6pPr>
            <a:lvl7pPr marL="8532998" indent="0">
              <a:buNone/>
              <a:defRPr sz="6221"/>
            </a:lvl7pPr>
            <a:lvl8pPr marL="9955164" indent="0">
              <a:buNone/>
              <a:defRPr sz="6221"/>
            </a:lvl8pPr>
            <a:lvl9pPr marL="11377331" indent="0">
              <a:buNone/>
              <a:defRPr sz="6221"/>
            </a:lvl9pPr>
          </a:lstStyle>
          <a:p>
            <a:r>
              <a:rPr lang="en-US"/>
              <a:t>Click icon to add picture</a:t>
            </a:r>
            <a:endParaRPr lang="en-US" dirty="0"/>
          </a:p>
        </p:txBody>
      </p:sp>
      <p:sp>
        <p:nvSpPr>
          <p:cNvPr id="4" name="Text Placeholder 3"/>
          <p:cNvSpPr>
            <a:spLocks noGrp="1"/>
          </p:cNvSpPr>
          <p:nvPr>
            <p:ph type="body" sz="half" idx="2"/>
          </p:nvPr>
        </p:nvSpPr>
        <p:spPr>
          <a:xfrm>
            <a:off x="2559891" y="36865573"/>
            <a:ext cx="23607888" cy="3709384"/>
          </a:xfrm>
        </p:spPr>
        <p:txBody>
          <a:bodyPr lIns="91440" tIns="0" rIns="91440" bIns="0">
            <a:normAutofit/>
          </a:bodyPr>
          <a:lstStyle>
            <a:lvl1pPr marL="0" indent="0">
              <a:spcBef>
                <a:spcPts val="0"/>
              </a:spcBef>
              <a:spcAft>
                <a:spcPts val="1866"/>
              </a:spcAft>
              <a:buNone/>
              <a:defRPr sz="4666">
                <a:solidFill>
                  <a:srgbClr val="FFFFFF"/>
                </a:solidFill>
              </a:defRPr>
            </a:lvl1pPr>
            <a:lvl2pPr marL="1422166" indent="0">
              <a:buNone/>
              <a:defRPr sz="3733"/>
            </a:lvl2pPr>
            <a:lvl3pPr marL="2844333" indent="0">
              <a:buNone/>
              <a:defRPr sz="3111"/>
            </a:lvl3pPr>
            <a:lvl4pPr marL="4266499" indent="0">
              <a:buNone/>
              <a:defRPr sz="2800"/>
            </a:lvl4pPr>
            <a:lvl5pPr marL="5688665" indent="0">
              <a:buNone/>
              <a:defRPr sz="2800"/>
            </a:lvl5pPr>
            <a:lvl6pPr marL="7110832" indent="0">
              <a:buNone/>
              <a:defRPr sz="2800"/>
            </a:lvl6pPr>
            <a:lvl7pPr marL="8532998" indent="0">
              <a:buNone/>
              <a:defRPr sz="2800"/>
            </a:lvl7pPr>
            <a:lvl8pPr marL="9955164" indent="0">
              <a:buNone/>
              <a:defRPr sz="2800"/>
            </a:lvl8pPr>
            <a:lvl9pPr marL="11377331" indent="0">
              <a:buNone/>
              <a:defRPr sz="2800"/>
            </a:lvl9pPr>
          </a:lstStyle>
          <a:p>
            <a:pPr lvl="0"/>
            <a:r>
              <a:rPr lang="en-US"/>
              <a:t>Edit Master text styles</a:t>
            </a:r>
          </a:p>
        </p:txBody>
      </p:sp>
      <p:sp>
        <p:nvSpPr>
          <p:cNvPr id="5" name="Date Placeholder 4"/>
          <p:cNvSpPr>
            <a:spLocks noGrp="1"/>
          </p:cNvSpPr>
          <p:nvPr>
            <p:ph type="dt" sz="half" idx="10"/>
          </p:nvPr>
        </p:nvSpPr>
        <p:spPr/>
        <p:txBody>
          <a:bodyPr/>
          <a:lstStyle/>
          <a:p>
            <a:fld id="{0C972FCD-9765-44CC-9752-E7B11B5CC4F6}" type="datetimeFigureOut">
              <a:rPr lang="en-IN" smtClean="0"/>
              <a:pPr/>
              <a:t>12-08-2021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F6D0B2-FC02-4FCE-96D5-8F676BDAAEE6}" type="slidenum">
              <a:rPr lang="en-IN" smtClean="0"/>
              <a:pPr/>
              <a:t>‹#›</a:t>
            </a:fld>
            <a:endParaRPr lang="en-IN"/>
          </a:p>
        </p:txBody>
      </p:sp>
    </p:spTree>
    <p:extLst>
      <p:ext uri="{BB962C8B-B14F-4D97-AF65-F5344CB8AC3E}">
        <p14:creationId xmlns:p14="http://schemas.microsoft.com/office/powerpoint/2010/main" val="3541666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pPr/>
              <a:t>12-08-2021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pPr/>
              <a:t>‹#›</a:t>
            </a:fld>
            <a:endParaRPr lang="en-IN"/>
          </a:p>
        </p:txBody>
      </p:sp>
    </p:spTree>
    <p:extLst>
      <p:ext uri="{BB962C8B-B14F-4D97-AF65-F5344CB8AC3E}">
        <p14:creationId xmlns:p14="http://schemas.microsoft.com/office/powerpoint/2010/main" val="1246687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20354694" y="2573165"/>
            <a:ext cx="6133073" cy="3594736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55474" y="2573165"/>
            <a:ext cx="18043679" cy="35947364"/>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pPr/>
              <a:t>12-08-2021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pPr/>
              <a:t>‹#›</a:t>
            </a:fld>
            <a:endParaRPr lang="en-IN"/>
          </a:p>
        </p:txBody>
      </p:sp>
    </p:spTree>
    <p:extLst>
      <p:ext uri="{BB962C8B-B14F-4D97-AF65-F5344CB8AC3E}">
        <p14:creationId xmlns:p14="http://schemas.microsoft.com/office/powerpoint/2010/main" val="419961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39947215"/>
            <a:ext cx="28443241"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 y="39532288"/>
            <a:ext cx="28443241" cy="411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59892" y="1788691"/>
            <a:ext cx="23465671" cy="905413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559890" y="11519175"/>
            <a:ext cx="23465674" cy="25109678"/>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559896" y="40315349"/>
            <a:ext cx="5767666" cy="2278735"/>
          </a:xfrm>
          <a:prstGeom prst="rect">
            <a:avLst/>
          </a:prstGeom>
        </p:spPr>
        <p:txBody>
          <a:bodyPr vert="horz" lIns="91440" tIns="45720" rIns="91440" bIns="45720" rtlCol="0" anchor="ctr"/>
          <a:lstStyle>
            <a:lvl1pPr algn="l">
              <a:defRPr sz="2800">
                <a:solidFill>
                  <a:srgbClr val="FFFFFF"/>
                </a:solidFill>
              </a:defRPr>
            </a:lvl1pPr>
          </a:lstStyle>
          <a:p>
            <a:fld id="{0C972FCD-9765-44CC-9752-E7B11B5CC4F6}" type="datetimeFigureOut">
              <a:rPr lang="en-IN" smtClean="0"/>
              <a:pPr/>
              <a:t>12-08-2021</a:t>
            </a:fld>
            <a:endParaRPr lang="en-IN"/>
          </a:p>
        </p:txBody>
      </p:sp>
      <p:sp>
        <p:nvSpPr>
          <p:cNvPr id="5" name="Footer Placeholder 4"/>
          <p:cNvSpPr>
            <a:spLocks noGrp="1"/>
          </p:cNvSpPr>
          <p:nvPr>
            <p:ph type="ftr" sz="quarter" idx="3"/>
          </p:nvPr>
        </p:nvSpPr>
        <p:spPr>
          <a:xfrm>
            <a:off x="8599661" y="40315349"/>
            <a:ext cx="11251326" cy="2278735"/>
          </a:xfrm>
          <a:prstGeom prst="rect">
            <a:avLst/>
          </a:prstGeom>
        </p:spPr>
        <p:txBody>
          <a:bodyPr vert="horz" lIns="91440" tIns="45720" rIns="91440" bIns="45720" rtlCol="0" anchor="ctr"/>
          <a:lstStyle>
            <a:lvl1pPr algn="ctr">
              <a:defRPr sz="28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23097205" y="40315349"/>
            <a:ext cx="3060880" cy="2278735"/>
          </a:xfrm>
          <a:prstGeom prst="rect">
            <a:avLst/>
          </a:prstGeom>
        </p:spPr>
        <p:txBody>
          <a:bodyPr vert="horz" lIns="91440" tIns="45720" rIns="91440" bIns="45720" rtlCol="0" anchor="ctr"/>
          <a:lstStyle>
            <a:lvl1pPr algn="r">
              <a:defRPr sz="3266">
                <a:solidFill>
                  <a:srgbClr val="FFFFFF"/>
                </a:solidFill>
              </a:defRPr>
            </a:lvl1pPr>
          </a:lstStyle>
          <a:p>
            <a:fld id="{1CF6D0B2-FC02-4FCE-96D5-8F676BDAAEE6}" type="slidenum">
              <a:rPr lang="en-IN" smtClean="0"/>
              <a:pPr/>
              <a:t>‹#›</a:t>
            </a:fld>
            <a:endParaRPr lang="en-IN"/>
          </a:p>
        </p:txBody>
      </p:sp>
      <p:cxnSp>
        <p:nvCxnSpPr>
          <p:cNvPr id="10" name="Straight Connector 9"/>
          <p:cNvCxnSpPr/>
          <p:nvPr/>
        </p:nvCxnSpPr>
        <p:spPr>
          <a:xfrm>
            <a:off x="2784442" y="10845842"/>
            <a:ext cx="2325234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937946"/>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Lst>
  <p:txStyles>
    <p:titleStyle>
      <a:lvl1pPr algn="l" defTabSz="2844333" rtl="0" eaLnBrk="1" latinLnBrk="0" hangingPunct="1">
        <a:lnSpc>
          <a:spcPct val="85000"/>
        </a:lnSpc>
        <a:spcBef>
          <a:spcPct val="0"/>
        </a:spcBef>
        <a:buNone/>
        <a:defRPr sz="14931" kern="1200" spc="-156" baseline="0">
          <a:solidFill>
            <a:schemeClr val="tx1">
              <a:lumMod val="75000"/>
              <a:lumOff val="25000"/>
            </a:schemeClr>
          </a:solidFill>
          <a:latin typeface="+mj-lt"/>
          <a:ea typeface="+mj-ea"/>
          <a:cs typeface="+mj-cs"/>
        </a:defRPr>
      </a:lvl1pPr>
    </p:titleStyle>
    <p:bodyStyle>
      <a:lvl1pPr marL="284433" indent="-284433" algn="l" defTabSz="2844333" rtl="0" eaLnBrk="1" latinLnBrk="0" hangingPunct="1">
        <a:lnSpc>
          <a:spcPct val="90000"/>
        </a:lnSpc>
        <a:spcBef>
          <a:spcPts val="3733"/>
        </a:spcBef>
        <a:spcAft>
          <a:spcPts val="622"/>
        </a:spcAft>
        <a:buClr>
          <a:schemeClr val="accent1"/>
        </a:buClr>
        <a:buSzPct val="100000"/>
        <a:buFont typeface="Calibri" panose="020F0502020204030204" pitchFamily="34" charset="0"/>
        <a:buChar char=" "/>
        <a:defRPr sz="6221" kern="1200">
          <a:solidFill>
            <a:schemeClr val="tx1">
              <a:lumMod val="75000"/>
              <a:lumOff val="25000"/>
            </a:schemeClr>
          </a:solidFill>
          <a:latin typeface="+mn-lt"/>
          <a:ea typeface="+mn-ea"/>
          <a:cs typeface="+mn-cs"/>
        </a:defRPr>
      </a:lvl1pPr>
      <a:lvl2pPr marL="1194620" indent="-568867" algn="l" defTabSz="2844333" rtl="0" eaLnBrk="1" latinLnBrk="0" hangingPunct="1">
        <a:lnSpc>
          <a:spcPct val="90000"/>
        </a:lnSpc>
        <a:spcBef>
          <a:spcPts val="622"/>
        </a:spcBef>
        <a:spcAft>
          <a:spcPts val="1244"/>
        </a:spcAft>
        <a:buClr>
          <a:schemeClr val="accent1"/>
        </a:buClr>
        <a:buFont typeface="Calibri" pitchFamily="34" charset="0"/>
        <a:buChar char="◦"/>
        <a:defRPr sz="5599" kern="1200">
          <a:solidFill>
            <a:schemeClr val="tx1">
              <a:lumMod val="75000"/>
              <a:lumOff val="25000"/>
            </a:schemeClr>
          </a:solidFill>
          <a:latin typeface="+mn-lt"/>
          <a:ea typeface="+mn-ea"/>
          <a:cs typeface="+mn-cs"/>
        </a:defRPr>
      </a:lvl2pPr>
      <a:lvl3pPr marL="1763486" indent="-568867"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3pPr>
      <a:lvl4pPr marL="2332353" indent="-568867"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4pPr>
      <a:lvl5pPr marL="2901219" indent="-568867"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5pPr>
      <a:lvl6pPr marL="342166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6pPr>
      <a:lvl7pPr marL="404378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7pPr>
      <a:lvl8pPr marL="466590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8pPr>
      <a:lvl9pPr marL="528802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9pPr>
    </p:bodyStyle>
    <p:otherStyle>
      <a:defPPr>
        <a:defRPr lang="en-US"/>
      </a:defPPr>
      <a:lvl1pPr marL="0" algn="l" defTabSz="2844333" rtl="0" eaLnBrk="1" latinLnBrk="0" hangingPunct="1">
        <a:defRPr sz="5599" kern="1200">
          <a:solidFill>
            <a:schemeClr val="tx1"/>
          </a:solidFill>
          <a:latin typeface="+mn-lt"/>
          <a:ea typeface="+mn-ea"/>
          <a:cs typeface="+mn-cs"/>
        </a:defRPr>
      </a:lvl1pPr>
      <a:lvl2pPr marL="1422166" algn="l" defTabSz="2844333" rtl="0" eaLnBrk="1" latinLnBrk="0" hangingPunct="1">
        <a:defRPr sz="5599" kern="1200">
          <a:solidFill>
            <a:schemeClr val="tx1"/>
          </a:solidFill>
          <a:latin typeface="+mn-lt"/>
          <a:ea typeface="+mn-ea"/>
          <a:cs typeface="+mn-cs"/>
        </a:defRPr>
      </a:lvl2pPr>
      <a:lvl3pPr marL="2844333" algn="l" defTabSz="2844333" rtl="0" eaLnBrk="1" latinLnBrk="0" hangingPunct="1">
        <a:defRPr sz="5599" kern="1200">
          <a:solidFill>
            <a:schemeClr val="tx1"/>
          </a:solidFill>
          <a:latin typeface="+mn-lt"/>
          <a:ea typeface="+mn-ea"/>
          <a:cs typeface="+mn-cs"/>
        </a:defRPr>
      </a:lvl3pPr>
      <a:lvl4pPr marL="4266499" algn="l" defTabSz="2844333" rtl="0" eaLnBrk="1" latinLnBrk="0" hangingPunct="1">
        <a:defRPr sz="5599" kern="1200">
          <a:solidFill>
            <a:schemeClr val="tx1"/>
          </a:solidFill>
          <a:latin typeface="+mn-lt"/>
          <a:ea typeface="+mn-ea"/>
          <a:cs typeface="+mn-cs"/>
        </a:defRPr>
      </a:lvl4pPr>
      <a:lvl5pPr marL="5688665" algn="l" defTabSz="2844333" rtl="0" eaLnBrk="1" latinLnBrk="0" hangingPunct="1">
        <a:defRPr sz="5599" kern="1200">
          <a:solidFill>
            <a:schemeClr val="tx1"/>
          </a:solidFill>
          <a:latin typeface="+mn-lt"/>
          <a:ea typeface="+mn-ea"/>
          <a:cs typeface="+mn-cs"/>
        </a:defRPr>
      </a:lvl5pPr>
      <a:lvl6pPr marL="7110832" algn="l" defTabSz="2844333" rtl="0" eaLnBrk="1" latinLnBrk="0" hangingPunct="1">
        <a:defRPr sz="5599" kern="1200">
          <a:solidFill>
            <a:schemeClr val="tx1"/>
          </a:solidFill>
          <a:latin typeface="+mn-lt"/>
          <a:ea typeface="+mn-ea"/>
          <a:cs typeface="+mn-cs"/>
        </a:defRPr>
      </a:lvl6pPr>
      <a:lvl7pPr marL="8532998" algn="l" defTabSz="2844333" rtl="0" eaLnBrk="1" latinLnBrk="0" hangingPunct="1">
        <a:defRPr sz="5599" kern="1200">
          <a:solidFill>
            <a:schemeClr val="tx1"/>
          </a:solidFill>
          <a:latin typeface="+mn-lt"/>
          <a:ea typeface="+mn-ea"/>
          <a:cs typeface="+mn-cs"/>
        </a:defRPr>
      </a:lvl7pPr>
      <a:lvl8pPr marL="9955164" algn="l" defTabSz="2844333" rtl="0" eaLnBrk="1" latinLnBrk="0" hangingPunct="1">
        <a:defRPr sz="5599" kern="1200">
          <a:solidFill>
            <a:schemeClr val="tx1"/>
          </a:solidFill>
          <a:latin typeface="+mn-lt"/>
          <a:ea typeface="+mn-ea"/>
          <a:cs typeface="+mn-cs"/>
        </a:defRPr>
      </a:lvl8pPr>
      <a:lvl9pPr marL="11377331" algn="l" defTabSz="2844333" rtl="0" eaLnBrk="1" latinLnBrk="0" hangingPunct="1">
        <a:defRPr sz="55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ounded Rectangle 4"/>
          <p:cNvSpPr/>
          <p:nvPr/>
        </p:nvSpPr>
        <p:spPr>
          <a:xfrm>
            <a:off x="5840963" y="485191"/>
            <a:ext cx="16104638" cy="3163697"/>
          </a:xfrm>
          <a:prstGeom prst="roundRect">
            <a:avLst/>
          </a:prstGeom>
          <a:solidFill>
            <a:schemeClr val="accent5">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5"/>
          </a:lnRef>
          <a:fillRef idx="2">
            <a:schemeClr val="accent5"/>
          </a:fillRef>
          <a:effectRef idx="1">
            <a:schemeClr val="accent5"/>
          </a:effectRef>
          <a:fontRef idx="minor">
            <a:schemeClr val="dk1"/>
          </a:fontRef>
        </p:style>
        <p:txBody>
          <a:bodyPr rtlCol="0" anchor="ctr"/>
          <a:lstStyle/>
          <a:p>
            <a:pPr algn="ctr"/>
            <a:r>
              <a:rPr lang="en-IN" sz="8800" b="1" dirty="0">
                <a:solidFill>
                  <a:srgbClr val="C00000"/>
                </a:solidFill>
                <a:latin typeface="Adobe Ming Std L" pitchFamily="18" charset="-128"/>
                <a:ea typeface="Adobe Ming Std L" pitchFamily="18" charset="-128"/>
              </a:rPr>
              <a:t>Fluid Mechanics</a:t>
            </a:r>
          </a:p>
          <a:p>
            <a:pPr algn="ctr"/>
            <a:r>
              <a:rPr lang="en-IN" sz="8800" b="1" dirty="0">
                <a:solidFill>
                  <a:srgbClr val="C00000"/>
                </a:solidFill>
                <a:latin typeface="Adobe Ming Std L" pitchFamily="18" charset="-128"/>
                <a:ea typeface="Adobe Ming Std L" pitchFamily="18" charset="-128"/>
              </a:rPr>
              <a:t>Project based Learning</a:t>
            </a:r>
          </a:p>
        </p:txBody>
      </p:sp>
      <p:sp>
        <p:nvSpPr>
          <p:cNvPr id="6" name="Rounded Rectangle 5"/>
          <p:cNvSpPr/>
          <p:nvPr/>
        </p:nvSpPr>
        <p:spPr>
          <a:xfrm>
            <a:off x="891894" y="6098540"/>
            <a:ext cx="13658992" cy="7924800"/>
          </a:xfrm>
          <a:prstGeom prst="roundRect">
            <a:avLst/>
          </a:prstGeom>
          <a:solidFill>
            <a:schemeClr val="accent4">
              <a:lumMod val="20000"/>
              <a:lumOff val="80000"/>
            </a:schemeClr>
          </a:solidFill>
          <a:effectLst>
            <a:glow rad="63500">
              <a:schemeClr val="accent1">
                <a:satMod val="175000"/>
                <a:alpha val="40000"/>
              </a:schemeClr>
            </a:glow>
          </a:effectLst>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l"/>
            <a:r>
              <a:rPr lang="en-US" sz="2800" b="0" i="0"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US" sz="2800" b="0" i="0" dirty="0">
                <a:solidFill>
                  <a:srgbClr val="000000"/>
                </a:solidFill>
                <a:effectLst/>
                <a:latin typeface="ff3"/>
              </a:rPr>
              <a:t> Aerodynamic drag is the force opposite to the direction of motion that acts on a body moving through air. Drag force affects the performance and fuel efficiency of aircraft, road vehicles or racing cars as it works opposite to the direction of movement. About 50% to 60% of total fuel energy is lost to overcome the drag force, 30% to 40%to overcome road resistance and about 10% to 20% for operating electrical appliances. Thus reduction of aerodynamic drag has become one of the prime concerns in vehicle aerodynamics and great efforts in research have been employed for better fuel </a:t>
            </a:r>
          </a:p>
          <a:p>
            <a:pPr algn="l"/>
            <a:r>
              <a:rPr lang="en-US" sz="2800" b="0" i="0" dirty="0">
                <a:solidFill>
                  <a:srgbClr val="000000"/>
                </a:solidFill>
                <a:effectLst/>
                <a:latin typeface="ff3"/>
              </a:rPr>
              <a:t>economy and performance of aircraft and road </a:t>
            </a:r>
          </a:p>
          <a:p>
            <a:pPr algn="l"/>
            <a:r>
              <a:rPr lang="en-US" sz="2800" b="0" i="0" dirty="0">
                <a:solidFill>
                  <a:srgbClr val="000000"/>
                </a:solidFill>
                <a:effectLst/>
                <a:latin typeface="ff3"/>
              </a:rPr>
              <a:t>Vehicles due to market competition.</a:t>
            </a:r>
          </a:p>
          <a:p>
            <a:pPr algn="l"/>
            <a:endParaRPr lang="en-US" sz="2800" b="0" i="0" dirty="0">
              <a:solidFill>
                <a:srgbClr val="000000"/>
              </a:solidFill>
              <a:effectLst/>
              <a:latin typeface="ff3"/>
            </a:endParaRPr>
          </a:p>
          <a:p>
            <a:pPr algn="just"/>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endParaRPr lang="en-IN" sz="28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endParaRPr lang="en-IN" dirty="0"/>
          </a:p>
        </p:txBody>
      </p:sp>
      <p:sp>
        <p:nvSpPr>
          <p:cNvPr id="7" name="Rounded Rectangle 6"/>
          <p:cNvSpPr/>
          <p:nvPr/>
        </p:nvSpPr>
        <p:spPr>
          <a:xfrm>
            <a:off x="3573669" y="5679526"/>
            <a:ext cx="4936532" cy="914400"/>
          </a:xfrm>
          <a:prstGeom prst="roundRect">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4400" b="1" dirty="0">
                <a:latin typeface="Times New Roman" panose="02020603050405020304" pitchFamily="18" charset="0"/>
                <a:cs typeface="Times New Roman" panose="02020603050405020304" pitchFamily="18" charset="0"/>
              </a:rPr>
              <a:t>  Introduction</a:t>
            </a:r>
            <a:endParaRPr lang="en-IN" sz="4400" b="1" dirty="0">
              <a:latin typeface="Times New Roman" panose="02020603050405020304" pitchFamily="18" charset="0"/>
              <a:cs typeface="Times New Roman" panose="02020603050405020304" pitchFamily="18" charset="0"/>
            </a:endParaRPr>
          </a:p>
        </p:txBody>
      </p:sp>
      <p:sp>
        <p:nvSpPr>
          <p:cNvPr id="12" name="Rounded Rectangle 11"/>
          <p:cNvSpPr/>
          <p:nvPr/>
        </p:nvSpPr>
        <p:spPr>
          <a:xfrm>
            <a:off x="15214428" y="6403409"/>
            <a:ext cx="11849195" cy="7924800"/>
          </a:xfrm>
          <a:prstGeom prst="roundRect">
            <a:avLst/>
          </a:prstGeom>
          <a:solidFill>
            <a:schemeClr val="accent4">
              <a:lumMod val="20000"/>
              <a:lumOff val="80000"/>
            </a:schemeClr>
          </a:solidFill>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Rounded Rectangle 12"/>
          <p:cNvSpPr/>
          <p:nvPr/>
        </p:nvSpPr>
        <p:spPr>
          <a:xfrm>
            <a:off x="16440539" y="5850294"/>
            <a:ext cx="3918857" cy="914400"/>
          </a:xfrm>
          <a:prstGeom prst="roundRect">
            <a:avLst/>
          </a:prstGeom>
          <a:solidFill>
            <a:schemeClr val="accent1">
              <a:lumMod val="60000"/>
              <a:lumOff val="4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IN" sz="4400" b="1" dirty="0">
                <a:latin typeface="Times New Roman" panose="02020603050405020304" pitchFamily="18" charset="0"/>
                <a:cs typeface="Times New Roman" panose="02020603050405020304" pitchFamily="18" charset="0"/>
              </a:rPr>
              <a:t>Results</a:t>
            </a:r>
            <a:endParaRPr lang="en-IN" b="1" dirty="0">
              <a:latin typeface="Times New Roman" panose="02020603050405020304" pitchFamily="18" charset="0"/>
              <a:cs typeface="Times New Roman" panose="02020603050405020304" pitchFamily="18" charset="0"/>
            </a:endParaRPr>
          </a:p>
        </p:txBody>
      </p:sp>
      <p:sp>
        <p:nvSpPr>
          <p:cNvPr id="14" name="Rounded Rectangle 13"/>
          <p:cNvSpPr/>
          <p:nvPr/>
        </p:nvSpPr>
        <p:spPr>
          <a:xfrm>
            <a:off x="1309792" y="15055850"/>
            <a:ext cx="13245963" cy="752729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Increased Fuel consumption now-a-days is a great concern for customers as well as for carmakers. To overcome this problem carmakers often try to improve the aerodynamics of the car so that fuel consumption can be minimized. Aerodynamics can be improved by making design changes to the car or adding some aerodynamics components like spoilers, roof rails or vortex generator to the car. Components like vortex generators and spoilers offers great drag resistance and reduce the lift of the car. They also increases the mileage of a car. </a:t>
            </a:r>
          </a:p>
          <a:p>
            <a:pPr algn="just"/>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endParaRPr lang="en-IN" dirty="0"/>
          </a:p>
        </p:txBody>
      </p:sp>
      <p:sp>
        <p:nvSpPr>
          <p:cNvPr id="15" name="Rounded Rectangle 14"/>
          <p:cNvSpPr/>
          <p:nvPr/>
        </p:nvSpPr>
        <p:spPr>
          <a:xfrm>
            <a:off x="2333482" y="14598650"/>
            <a:ext cx="3928826" cy="914400"/>
          </a:xfrm>
          <a:prstGeom prst="roundRect">
            <a:avLst/>
          </a:prstGeom>
          <a:solidFill>
            <a:schemeClr val="accent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Objective</a:t>
            </a:r>
            <a:endParaRPr lang="en-IN" sz="4400" dirty="0"/>
          </a:p>
        </p:txBody>
      </p:sp>
      <p:sp>
        <p:nvSpPr>
          <p:cNvPr id="17" name="Rounded Rectangle 16"/>
          <p:cNvSpPr/>
          <p:nvPr/>
        </p:nvSpPr>
        <p:spPr>
          <a:xfrm>
            <a:off x="16571169" y="14673295"/>
            <a:ext cx="4148938" cy="914400"/>
          </a:xfrm>
          <a:prstGeom prst="roundRect">
            <a:avLst/>
          </a:prstGeom>
          <a:solidFill>
            <a:schemeClr val="accent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4400" b="1" dirty="0">
                <a:latin typeface="Times New Roman" panose="02020603050405020304" pitchFamily="18" charset="0"/>
                <a:cs typeface="Times New Roman" panose="02020603050405020304" pitchFamily="18" charset="0"/>
              </a:rPr>
              <a:t>Results</a:t>
            </a:r>
          </a:p>
        </p:txBody>
      </p:sp>
      <p:sp>
        <p:nvSpPr>
          <p:cNvPr id="18" name="Rounded Rectangle 17"/>
          <p:cNvSpPr/>
          <p:nvPr/>
        </p:nvSpPr>
        <p:spPr>
          <a:xfrm>
            <a:off x="1309792" y="23615650"/>
            <a:ext cx="13245963" cy="6383034"/>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u="sng" dirty="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ea typeface="+mn-lt"/>
                <a:cs typeface="Times New Roman" panose="02020603050405020304" pitchFamily="18" charset="0"/>
              </a:rPr>
              <a:t>Steps involved in Physics Setup: </a:t>
            </a:r>
          </a:p>
          <a:p>
            <a:pPr algn="just"/>
            <a:endParaRPr lang="en-US" sz="2800" dirty="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ea typeface="+mn-lt"/>
              <a:cs typeface="Times New Roman" panose="02020603050405020304" pitchFamily="18" charset="0"/>
            </a:endParaRPr>
          </a:p>
          <a:p>
            <a:pPr algn="just"/>
            <a:r>
              <a:rPr lang="en-US" sz="2800" dirty="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ea typeface="+mn-lt"/>
                <a:cs typeface="Times New Roman" panose="02020603050405020304" pitchFamily="18" charset="0"/>
              </a:rPr>
              <a:t>1. Use steady state pressure based solver and select all the options. </a:t>
            </a:r>
          </a:p>
          <a:p>
            <a:pPr algn="just"/>
            <a:r>
              <a:rPr lang="en-US" sz="2800" dirty="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ea typeface="+mn-lt"/>
                <a:cs typeface="Times New Roman" panose="02020603050405020304" pitchFamily="18" charset="0"/>
              </a:rPr>
              <a:t>2.Set viscous model. Use realizable k-epsilon model.</a:t>
            </a:r>
          </a:p>
          <a:p>
            <a:pPr algn="just"/>
            <a:r>
              <a:rPr lang="en-US" sz="2800" dirty="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ea typeface="+mn-lt"/>
                <a:cs typeface="Times New Roman" panose="02020603050405020304" pitchFamily="18" charset="0"/>
              </a:rPr>
              <a:t>3.Set material properties. Use constant density. </a:t>
            </a:r>
          </a:p>
          <a:p>
            <a:pPr algn="just"/>
            <a:r>
              <a:rPr lang="en-US" sz="2800" dirty="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ea typeface="+mn-lt"/>
                <a:cs typeface="Times New Roman" panose="02020603050405020304" pitchFamily="18" charset="0"/>
              </a:rPr>
              <a:t>4.Define boundary conditions. Set inlet as Velocity- Inlet with Velocity Magnitude of 15 m/s. </a:t>
            </a:r>
          </a:p>
          <a:p>
            <a:pPr algn="just"/>
            <a:r>
              <a:rPr lang="en-US" sz="2800" dirty="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ea typeface="+mn-lt"/>
                <a:cs typeface="Times New Roman" panose="02020603050405020304" pitchFamily="18" charset="0"/>
              </a:rPr>
              <a:t>Set outlet as Pressure-Outlet and symmetry as Symmetry. </a:t>
            </a:r>
            <a:endParaRPr lang="en-IN" dirty="0">
              <a:effectLst>
                <a:outerShdw blurRad="38100" dist="38100" dir="2700000" algn="tl">
                  <a:srgbClr val="000000">
                    <a:alpha val="43137"/>
                  </a:srgbClr>
                </a:outerShdw>
              </a:effectLst>
            </a:endParaRPr>
          </a:p>
        </p:txBody>
      </p:sp>
      <p:sp>
        <p:nvSpPr>
          <p:cNvPr id="19" name="Rounded Rectangle 18"/>
          <p:cNvSpPr/>
          <p:nvPr/>
        </p:nvSpPr>
        <p:spPr>
          <a:xfrm>
            <a:off x="2367539" y="23071312"/>
            <a:ext cx="5353851" cy="914400"/>
          </a:xfrm>
          <a:prstGeom prst="roundRect">
            <a:avLst/>
          </a:prstGeom>
          <a:solidFill>
            <a:schemeClr val="accent2"/>
          </a:solidFill>
          <a:ln>
            <a:solidFill>
              <a:schemeClr val="accent1"/>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Physics set up</a:t>
            </a:r>
            <a:endParaRPr lang="en-IN" sz="4400" dirty="0"/>
          </a:p>
        </p:txBody>
      </p:sp>
      <p:sp>
        <p:nvSpPr>
          <p:cNvPr id="20" name="Rounded Rectangle 19"/>
          <p:cNvSpPr/>
          <p:nvPr/>
        </p:nvSpPr>
        <p:spPr>
          <a:xfrm>
            <a:off x="967376" y="31412543"/>
            <a:ext cx="13034071" cy="7204088"/>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lumMod val="85000"/>
                    <a:lumOff val="15000"/>
                  </a:schemeClr>
                </a:solidFill>
                <a:effectLst>
                  <a:outerShdw blurRad="38100" dist="38100" dir="2700000" algn="tl">
                    <a:srgbClr val="000000">
                      <a:alpha val="43137"/>
                    </a:srgbClr>
                  </a:outerShdw>
                </a:effectLst>
              </a:rPr>
              <a:t>1.Set solution methods and controls. Use defaults. </a:t>
            </a:r>
          </a:p>
          <a:p>
            <a:r>
              <a:rPr lang="en-US" sz="2800" dirty="0">
                <a:solidFill>
                  <a:schemeClr val="tx1">
                    <a:lumMod val="85000"/>
                    <a:lumOff val="15000"/>
                  </a:schemeClr>
                </a:solidFill>
                <a:effectLst>
                  <a:outerShdw blurRad="38100" dist="38100" dir="2700000" algn="tl">
                    <a:srgbClr val="000000">
                      <a:alpha val="43137"/>
                    </a:srgbClr>
                  </a:outerShdw>
                </a:effectLst>
              </a:rPr>
              <a:t>2.Define monitors for drag and lift coefficients. </a:t>
            </a:r>
          </a:p>
          <a:p>
            <a:r>
              <a:rPr lang="en-US" sz="2800" dirty="0">
                <a:solidFill>
                  <a:schemeClr val="tx1">
                    <a:lumMod val="85000"/>
                    <a:lumOff val="15000"/>
                  </a:schemeClr>
                </a:solidFill>
                <a:effectLst>
                  <a:outerShdw blurRad="38100" dist="38100" dir="2700000" algn="tl">
                    <a:srgbClr val="000000">
                      <a:alpha val="43137"/>
                    </a:srgbClr>
                  </a:outerShdw>
                </a:effectLst>
              </a:rPr>
              <a:t>3.Initialize and fill number of iterations 1000 and run the simulation .</a:t>
            </a:r>
            <a:endParaRPr lang="en-IN" sz="2800" dirty="0">
              <a:solidFill>
                <a:schemeClr val="tx1">
                  <a:lumMod val="85000"/>
                  <a:lumOff val="15000"/>
                </a:schemeClr>
              </a:solidFill>
              <a:effectLst>
                <a:outerShdw blurRad="38100" dist="38100" dir="2700000" algn="tl">
                  <a:srgbClr val="000000">
                    <a:alpha val="43137"/>
                  </a:srgbClr>
                </a:outerShdw>
              </a:effectLst>
            </a:endParaRPr>
          </a:p>
        </p:txBody>
      </p:sp>
      <p:sp>
        <p:nvSpPr>
          <p:cNvPr id="21" name="Rounded Rectangle 20"/>
          <p:cNvSpPr/>
          <p:nvPr/>
        </p:nvSpPr>
        <p:spPr>
          <a:xfrm>
            <a:off x="2182638" y="30854110"/>
            <a:ext cx="5213978" cy="857349"/>
          </a:xfrm>
          <a:prstGeom prst="roundRect">
            <a:avLst/>
          </a:prstGeom>
          <a:solidFill>
            <a:srgbClr val="FFFF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sz="4400" b="1" dirty="0">
                <a:latin typeface="Times New Roman" pitchFamily="18" charset="0"/>
                <a:cs typeface="Times New Roman" pitchFamily="18" charset="0"/>
              </a:rPr>
              <a:t>Numerical solution</a:t>
            </a:r>
          </a:p>
        </p:txBody>
      </p:sp>
      <p:sp>
        <p:nvSpPr>
          <p:cNvPr id="24" name="Rounded Rectangle 23"/>
          <p:cNvSpPr/>
          <p:nvPr/>
        </p:nvSpPr>
        <p:spPr>
          <a:xfrm>
            <a:off x="15053265" y="31435416"/>
            <a:ext cx="11849195" cy="6998352"/>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sz="3600" b="1" u="sng" dirty="0">
                <a:solidFill>
                  <a:schemeClr val="tx1">
                    <a:lumMod val="85000"/>
                    <a:lumOff val="15000"/>
                  </a:schemeClr>
                </a:solidFill>
              </a:rPr>
              <a:t>Velocity vectors</a:t>
            </a:r>
            <a:endParaRPr lang="en-IN" sz="3600" b="1" u="sng" dirty="0">
              <a:solidFill>
                <a:schemeClr val="tx1">
                  <a:lumMod val="85000"/>
                  <a:lumOff val="15000"/>
                </a:schemeClr>
              </a:solidFill>
            </a:endParaRPr>
          </a:p>
        </p:txBody>
      </p:sp>
      <p:sp>
        <p:nvSpPr>
          <p:cNvPr id="25" name="Rounded Rectangle 24"/>
          <p:cNvSpPr/>
          <p:nvPr/>
        </p:nvSpPr>
        <p:spPr>
          <a:xfrm>
            <a:off x="16048652" y="31033616"/>
            <a:ext cx="4520735" cy="9236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800" dirty="0">
                <a:solidFill>
                  <a:schemeClr val="bg2">
                    <a:lumMod val="25000"/>
                  </a:schemeClr>
                </a:solidFill>
                <a:latin typeface="Times New Roman" panose="02020603050405020304" pitchFamily="18" charset="0"/>
                <a:cs typeface="Times New Roman" panose="02020603050405020304" pitchFamily="18" charset="0"/>
              </a:rPr>
              <a:t>Results</a:t>
            </a:r>
          </a:p>
        </p:txBody>
      </p:sp>
      <p:sp>
        <p:nvSpPr>
          <p:cNvPr id="9" name="TextBox 8">
            <a:extLst>
              <a:ext uri="{FF2B5EF4-FFF2-40B4-BE49-F238E27FC236}">
                <a16:creationId xmlns:a16="http://schemas.microsoft.com/office/drawing/2014/main" id="{FAAC1B69-6245-4A1F-951A-9268473F7BC7}"/>
              </a:ext>
            </a:extLst>
          </p:cNvPr>
          <p:cNvSpPr txBox="1"/>
          <p:nvPr/>
        </p:nvSpPr>
        <p:spPr>
          <a:xfrm>
            <a:off x="2199312" y="4067907"/>
            <a:ext cx="24703148" cy="1015663"/>
          </a:xfrm>
          <a:prstGeom prst="rect">
            <a:avLst/>
          </a:prstGeom>
          <a:noFill/>
        </p:spPr>
        <p:txBody>
          <a:bodyPr wrap="square" rtlCol="0">
            <a:spAutoFit/>
          </a:bodyPr>
          <a:lstStyle/>
          <a:p>
            <a:pPr algn="ctr"/>
            <a:r>
              <a:rPr lang="en-US" sz="6000" b="1" u="sng" dirty="0">
                <a:solidFill>
                  <a:srgbClr val="FF0000"/>
                </a:solidFill>
                <a:latin typeface="Adobe Ming Std L" pitchFamily="18" charset="-128"/>
                <a:ea typeface="Adobe Ming Std L" pitchFamily="18" charset="-128"/>
              </a:rPr>
              <a:t>Topic :  FLOW OVER A CAR</a:t>
            </a:r>
          </a:p>
        </p:txBody>
      </p:sp>
      <p:sp>
        <p:nvSpPr>
          <p:cNvPr id="40" name="Rounded Rectangle 39"/>
          <p:cNvSpPr/>
          <p:nvPr/>
        </p:nvSpPr>
        <p:spPr>
          <a:xfrm>
            <a:off x="15372136" y="23713687"/>
            <a:ext cx="12338601" cy="6383034"/>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3600" dirty="0"/>
          </a:p>
          <a:p>
            <a:endParaRPr lang="en-US" sz="3600" dirty="0"/>
          </a:p>
          <a:p>
            <a:endParaRPr lang="en-US" sz="3600" dirty="0"/>
          </a:p>
          <a:p>
            <a:endParaRPr lang="en-US" sz="3600" dirty="0"/>
          </a:p>
          <a:p>
            <a:endParaRPr lang="en-US" sz="3600" dirty="0"/>
          </a:p>
          <a:p>
            <a:endParaRPr lang="en-US" sz="3600" dirty="0"/>
          </a:p>
          <a:p>
            <a:endParaRPr lang="en-US" sz="3600" dirty="0"/>
          </a:p>
          <a:p>
            <a:endParaRPr lang="en-US" sz="2800" dirty="0"/>
          </a:p>
          <a:p>
            <a:r>
              <a:rPr lang="en-US" sz="2800" b="1" u="sng" dirty="0">
                <a:solidFill>
                  <a:schemeClr val="bg2">
                    <a:lumMod val="25000"/>
                  </a:schemeClr>
                </a:solidFill>
              </a:rPr>
              <a:t> Contours of stream function</a:t>
            </a:r>
            <a:r>
              <a:rPr lang="en-US" sz="2800" b="1" dirty="0">
                <a:solidFill>
                  <a:schemeClr val="bg2">
                    <a:lumMod val="25000"/>
                  </a:schemeClr>
                </a:solidFill>
              </a:rPr>
              <a:t>                               </a:t>
            </a:r>
            <a:r>
              <a:rPr lang="en-US" sz="2800" b="1" u="sng" dirty="0">
                <a:solidFill>
                  <a:schemeClr val="bg2">
                    <a:lumMod val="25000"/>
                  </a:schemeClr>
                </a:solidFill>
              </a:rPr>
              <a:t>Contours of velocity magnitude</a:t>
            </a:r>
            <a:endParaRPr lang="en-IN" sz="1400" b="1" u="sng" dirty="0">
              <a:solidFill>
                <a:schemeClr val="bg2">
                  <a:lumMod val="25000"/>
                </a:schemeClr>
              </a:solidFill>
            </a:endParaRPr>
          </a:p>
        </p:txBody>
      </p:sp>
      <p:sp>
        <p:nvSpPr>
          <p:cNvPr id="41" name="Rounded Rectangle 40"/>
          <p:cNvSpPr/>
          <p:nvPr/>
        </p:nvSpPr>
        <p:spPr>
          <a:xfrm>
            <a:off x="16029991" y="31033616"/>
            <a:ext cx="4520735" cy="9236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2">
                    <a:lumMod val="25000"/>
                  </a:schemeClr>
                </a:solidFill>
                <a:latin typeface="Times New Roman" panose="02020603050405020304" pitchFamily="18" charset="0"/>
                <a:cs typeface="Times New Roman" panose="02020603050405020304" pitchFamily="18" charset="0"/>
              </a:rPr>
              <a:t>Results</a:t>
            </a:r>
          </a:p>
        </p:txBody>
      </p:sp>
      <p:sp>
        <p:nvSpPr>
          <p:cNvPr id="43" name="Rounded Rectangle 42"/>
          <p:cNvSpPr/>
          <p:nvPr/>
        </p:nvSpPr>
        <p:spPr>
          <a:xfrm>
            <a:off x="15838661" y="23251886"/>
            <a:ext cx="4520735" cy="923602"/>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anose="02020603050405020304" pitchFamily="18" charset="0"/>
                <a:cs typeface="Times New Roman" panose="02020603050405020304" pitchFamily="18" charset="0"/>
              </a:rPr>
              <a:t>Results</a:t>
            </a:r>
          </a:p>
        </p:txBody>
      </p:sp>
      <p:sp>
        <p:nvSpPr>
          <p:cNvPr id="53" name="Rectangle 52"/>
          <p:cNvSpPr/>
          <p:nvPr/>
        </p:nvSpPr>
        <p:spPr>
          <a:xfrm>
            <a:off x="20060817" y="20151143"/>
            <a:ext cx="4665306" cy="769441"/>
          </a:xfrm>
          <a:prstGeom prst="rect">
            <a:avLst/>
          </a:prstGeom>
        </p:spPr>
        <p:txBody>
          <a:bodyPr wrap="square">
            <a:spAutoFit/>
          </a:bodyPr>
          <a:lstStyle/>
          <a:p>
            <a:r>
              <a:rPr lang="en-IN" sz="4400" b="1" u="sng" dirty="0">
                <a:latin typeface="Times New Roman" pitchFamily="18" charset="0"/>
                <a:cs typeface="Times New Roman" pitchFamily="18" charset="0"/>
              </a:rPr>
              <a:t>Graph of Drag</a:t>
            </a:r>
            <a:endParaRPr lang="en-US" sz="4400" b="1" u="sng" dirty="0">
              <a:latin typeface="Times New Roman" pitchFamily="18" charset="0"/>
              <a:cs typeface="Times New Roman" pitchFamily="18" charset="0"/>
            </a:endParaRPr>
          </a:p>
        </p:txBody>
      </p:sp>
      <p:sp>
        <p:nvSpPr>
          <p:cNvPr id="54" name="TextBox 53"/>
          <p:cNvSpPr txBox="1"/>
          <p:nvPr/>
        </p:nvSpPr>
        <p:spPr>
          <a:xfrm>
            <a:off x="-1" y="39972343"/>
            <a:ext cx="8024327" cy="2062103"/>
          </a:xfrm>
          <a:prstGeom prst="rect">
            <a:avLst/>
          </a:prstGeom>
          <a:noFill/>
        </p:spPr>
        <p:txBody>
          <a:bodyPr wrap="square" rtlCol="0">
            <a:spAutoFit/>
          </a:bodyPr>
          <a:lstStyle/>
          <a:p>
            <a:r>
              <a:rPr lang="en-US" sz="3200" dirty="0">
                <a:cs typeface="Times New Roman" pitchFamily="18" charset="0"/>
              </a:rPr>
              <a:t>Team Members :</a:t>
            </a:r>
          </a:p>
          <a:p>
            <a:pPr marL="342900" indent="-342900">
              <a:buFontTx/>
              <a:buAutoNum type="arabicPeriod"/>
            </a:pPr>
            <a:r>
              <a:rPr lang="en-US" sz="3200" dirty="0">
                <a:cs typeface="Times New Roman" pitchFamily="18" charset="0"/>
              </a:rPr>
              <a:t>Pankaj Thakur</a:t>
            </a:r>
          </a:p>
          <a:p>
            <a:pPr marL="342900" indent="-342900">
              <a:buFontTx/>
              <a:buAutoNum type="arabicPeriod"/>
            </a:pPr>
            <a:r>
              <a:rPr lang="en-US" sz="3200" dirty="0">
                <a:cs typeface="Times New Roman" pitchFamily="18" charset="0"/>
              </a:rPr>
              <a:t>Md Kamran</a:t>
            </a:r>
          </a:p>
          <a:p>
            <a:pPr marL="342900" indent="-342900"/>
            <a:r>
              <a:rPr lang="en-US" sz="3200" dirty="0">
                <a:cs typeface="Times New Roman" pitchFamily="18" charset="0"/>
              </a:rPr>
              <a:t>3.Rohit Chaudhary</a:t>
            </a:r>
          </a:p>
        </p:txBody>
      </p:sp>
      <p:sp>
        <p:nvSpPr>
          <p:cNvPr id="55" name="TextBox 54"/>
          <p:cNvSpPr txBox="1"/>
          <p:nvPr/>
        </p:nvSpPr>
        <p:spPr>
          <a:xfrm>
            <a:off x="21908278" y="40606824"/>
            <a:ext cx="5757153" cy="830997"/>
          </a:xfrm>
          <a:prstGeom prst="rect">
            <a:avLst/>
          </a:prstGeom>
          <a:noFill/>
        </p:spPr>
        <p:txBody>
          <a:bodyPr wrap="none" rtlCol="0">
            <a:spAutoFit/>
          </a:bodyPr>
          <a:lstStyle/>
          <a:p>
            <a:r>
              <a:rPr lang="en-US" sz="4800" b="1" dirty="0"/>
              <a:t>Instructor : MR. Faisal</a:t>
            </a:r>
          </a:p>
        </p:txBody>
      </p:sp>
      <p:pic>
        <p:nvPicPr>
          <p:cNvPr id="4" name="Picture 3">
            <a:extLst>
              <a:ext uri="{FF2B5EF4-FFF2-40B4-BE49-F238E27FC236}">
                <a16:creationId xmlns:a16="http://schemas.microsoft.com/office/drawing/2014/main" id="{FB634BD4-3EC9-4515-A6F2-3778467E48A7}"/>
              </a:ext>
            </a:extLst>
          </p:cNvPr>
          <p:cNvPicPr>
            <a:picLocks noChangeAspect="1"/>
          </p:cNvPicPr>
          <p:nvPr/>
        </p:nvPicPr>
        <p:blipFill>
          <a:blip r:embed="rId3"/>
          <a:stretch>
            <a:fillRect/>
          </a:stretch>
        </p:blipFill>
        <p:spPr>
          <a:xfrm>
            <a:off x="8104204" y="10639708"/>
            <a:ext cx="6117415" cy="3353400"/>
          </a:xfrm>
          <a:prstGeom prst="rect">
            <a:avLst/>
          </a:prstGeom>
        </p:spPr>
      </p:pic>
      <p:pic>
        <p:nvPicPr>
          <p:cNvPr id="10" name="Picture 9">
            <a:extLst>
              <a:ext uri="{FF2B5EF4-FFF2-40B4-BE49-F238E27FC236}">
                <a16:creationId xmlns:a16="http://schemas.microsoft.com/office/drawing/2014/main" id="{06319E09-DC44-44BA-867C-ECD0706A5FF7}"/>
              </a:ext>
            </a:extLst>
          </p:cNvPr>
          <p:cNvPicPr>
            <a:picLocks noChangeAspect="1"/>
          </p:cNvPicPr>
          <p:nvPr/>
        </p:nvPicPr>
        <p:blipFill>
          <a:blip r:embed="rId4"/>
          <a:stretch>
            <a:fillRect/>
          </a:stretch>
        </p:blipFill>
        <p:spPr>
          <a:xfrm>
            <a:off x="21139025" y="15771624"/>
            <a:ext cx="6621780" cy="3939673"/>
          </a:xfrm>
          <a:prstGeom prst="rect">
            <a:avLst/>
          </a:prstGeom>
        </p:spPr>
      </p:pic>
      <p:pic>
        <p:nvPicPr>
          <p:cNvPr id="35" name="Picture 34">
            <a:extLst>
              <a:ext uri="{FF2B5EF4-FFF2-40B4-BE49-F238E27FC236}">
                <a16:creationId xmlns:a16="http://schemas.microsoft.com/office/drawing/2014/main" id="{387E5FC6-52D9-4FC2-A20A-4D43C8ADD599}"/>
              </a:ext>
            </a:extLst>
          </p:cNvPr>
          <p:cNvPicPr/>
          <p:nvPr/>
        </p:nvPicPr>
        <p:blipFill rotWithShape="1">
          <a:blip r:embed="rId5" cstate="print">
            <a:extLst>
              <a:ext uri="{28A0092B-C50C-407E-A947-70E740481C1C}">
                <a14:useLocalDpi xmlns:a14="http://schemas.microsoft.com/office/drawing/2010/main" val="0"/>
              </a:ext>
            </a:extLst>
          </a:blip>
          <a:srcRect l="34256" t="19694" b="23598"/>
          <a:stretch/>
        </p:blipFill>
        <p:spPr bwMode="auto">
          <a:xfrm>
            <a:off x="15172955" y="15970035"/>
            <a:ext cx="5348870" cy="37412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pic>
        <p:nvPicPr>
          <p:cNvPr id="16" name="Picture 15">
            <a:extLst>
              <a:ext uri="{FF2B5EF4-FFF2-40B4-BE49-F238E27FC236}">
                <a16:creationId xmlns:a16="http://schemas.microsoft.com/office/drawing/2014/main" id="{8F24E447-0590-48D6-AEA7-6BDD59B91622}"/>
              </a:ext>
            </a:extLst>
          </p:cNvPr>
          <p:cNvPicPr>
            <a:picLocks noChangeAspect="1"/>
          </p:cNvPicPr>
          <p:nvPr/>
        </p:nvPicPr>
        <p:blipFill>
          <a:blip r:embed="rId6"/>
          <a:stretch>
            <a:fillRect/>
          </a:stretch>
        </p:blipFill>
        <p:spPr>
          <a:xfrm>
            <a:off x="15563460" y="7214535"/>
            <a:ext cx="10199759" cy="5127458"/>
          </a:xfrm>
          <a:prstGeom prst="rect">
            <a:avLst/>
          </a:prstGeom>
        </p:spPr>
      </p:pic>
      <p:sp>
        <p:nvSpPr>
          <p:cNvPr id="22" name="Rectangle 21">
            <a:extLst>
              <a:ext uri="{FF2B5EF4-FFF2-40B4-BE49-F238E27FC236}">
                <a16:creationId xmlns:a16="http://schemas.microsoft.com/office/drawing/2014/main" id="{65D18EFB-5F88-4818-B544-CF4E03F92314}"/>
              </a:ext>
            </a:extLst>
          </p:cNvPr>
          <p:cNvSpPr/>
          <p:nvPr/>
        </p:nvSpPr>
        <p:spPr>
          <a:xfrm>
            <a:off x="17487900" y="12984480"/>
            <a:ext cx="5920740" cy="11745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u="sng" dirty="0">
                <a:solidFill>
                  <a:schemeClr val="tx1"/>
                </a:solidFill>
              </a:rPr>
              <a:t>MESHING</a:t>
            </a:r>
            <a:endParaRPr lang="en-IN" sz="5400" b="1" u="sng" dirty="0">
              <a:solidFill>
                <a:schemeClr val="tx1"/>
              </a:solidFill>
            </a:endParaRPr>
          </a:p>
        </p:txBody>
      </p:sp>
      <p:pic>
        <p:nvPicPr>
          <p:cNvPr id="26" name="Picture 25">
            <a:extLst>
              <a:ext uri="{FF2B5EF4-FFF2-40B4-BE49-F238E27FC236}">
                <a16:creationId xmlns:a16="http://schemas.microsoft.com/office/drawing/2014/main" id="{14A9D96A-D8AC-4938-8F6A-16C93681616F}"/>
              </a:ext>
            </a:extLst>
          </p:cNvPr>
          <p:cNvPicPr>
            <a:picLocks noChangeAspect="1"/>
          </p:cNvPicPr>
          <p:nvPr/>
        </p:nvPicPr>
        <p:blipFill>
          <a:blip r:embed="rId7"/>
          <a:stretch>
            <a:fillRect/>
          </a:stretch>
        </p:blipFill>
        <p:spPr>
          <a:xfrm>
            <a:off x="15733488" y="24521468"/>
            <a:ext cx="6008114" cy="3946598"/>
          </a:xfrm>
          <a:prstGeom prst="rect">
            <a:avLst/>
          </a:prstGeom>
        </p:spPr>
      </p:pic>
      <p:pic>
        <p:nvPicPr>
          <p:cNvPr id="28" name="Picture 27">
            <a:extLst>
              <a:ext uri="{FF2B5EF4-FFF2-40B4-BE49-F238E27FC236}">
                <a16:creationId xmlns:a16="http://schemas.microsoft.com/office/drawing/2014/main" id="{DEE66889-DC01-4DBC-812E-3CFFE20D38D5}"/>
              </a:ext>
            </a:extLst>
          </p:cNvPr>
          <p:cNvPicPr>
            <a:picLocks noChangeAspect="1"/>
          </p:cNvPicPr>
          <p:nvPr/>
        </p:nvPicPr>
        <p:blipFill>
          <a:blip r:embed="rId8"/>
          <a:stretch>
            <a:fillRect/>
          </a:stretch>
        </p:blipFill>
        <p:spPr>
          <a:xfrm>
            <a:off x="21968461" y="24669093"/>
            <a:ext cx="5349239" cy="3796557"/>
          </a:xfrm>
          <a:prstGeom prst="rect">
            <a:avLst/>
          </a:prstGeom>
        </p:spPr>
      </p:pic>
      <p:pic>
        <p:nvPicPr>
          <p:cNvPr id="30" name="Picture 29">
            <a:extLst>
              <a:ext uri="{FF2B5EF4-FFF2-40B4-BE49-F238E27FC236}">
                <a16:creationId xmlns:a16="http://schemas.microsoft.com/office/drawing/2014/main" id="{5640A23E-2140-4551-82C8-499E2525B33A}"/>
              </a:ext>
            </a:extLst>
          </p:cNvPr>
          <p:cNvPicPr>
            <a:picLocks noChangeAspect="1"/>
          </p:cNvPicPr>
          <p:nvPr/>
        </p:nvPicPr>
        <p:blipFill>
          <a:blip r:embed="rId9"/>
          <a:stretch>
            <a:fillRect/>
          </a:stretch>
        </p:blipFill>
        <p:spPr>
          <a:xfrm>
            <a:off x="15493062" y="32155572"/>
            <a:ext cx="10635918" cy="5014787"/>
          </a:xfrm>
          <a:prstGeom prst="rect">
            <a:avLst/>
          </a:prstGeom>
        </p:spPr>
      </p:pic>
    </p:spTree>
    <p:extLst>
      <p:ext uri="{BB962C8B-B14F-4D97-AF65-F5344CB8AC3E}">
        <p14:creationId xmlns:p14="http://schemas.microsoft.com/office/powerpoint/2010/main" val="198545450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311</TotalTime>
  <Words>379</Words>
  <Application>Microsoft Office PowerPoint</Application>
  <PresentationFormat>Custom</PresentationFormat>
  <Paragraphs>66</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Adobe Ming Std L</vt:lpstr>
      <vt:lpstr>Calibri</vt:lpstr>
      <vt:lpstr>Calibri Light</vt:lpstr>
      <vt:lpstr>ff3</vt:lpstr>
      <vt:lpstr>Times New Roman</vt:lpstr>
      <vt:lpstr>Retrospect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Sartaj Anwar Khan</dc:creator>
  <cp:lastModifiedBy>amit Singh</cp:lastModifiedBy>
  <cp:revision>25</cp:revision>
  <dcterms:created xsi:type="dcterms:W3CDTF">2021-06-08T20:16:13Z</dcterms:created>
  <dcterms:modified xsi:type="dcterms:W3CDTF">2021-08-12T06:26:22Z</dcterms:modified>
</cp:coreProperties>
</file>