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81" r:id="rId1"/>
  </p:sldMasterIdLst>
  <p:sldIdLst>
    <p:sldId id="256" r:id="rId2"/>
  </p:sldIdLst>
  <p:sldSz cx="28443238" cy="42800588"/>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FF"/>
    <a:srgbClr val="FFFFCC"/>
    <a:srgbClr val="FFFF00"/>
    <a:srgbClr val="FF3399"/>
    <a:srgbClr val="FF00FF"/>
    <a:srgbClr val="F8E9BE"/>
    <a:srgbClr val="ECE6CA"/>
    <a:srgbClr val="EBDBCB"/>
    <a:srgbClr val="D4D4E2"/>
    <a:srgbClr val="E7CF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p:scale>
          <a:sx n="30" d="100"/>
          <a:sy n="30" d="100"/>
        </p:scale>
        <p:origin x="768" y="-479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7411" y="39947215"/>
            <a:ext cx="28435832" cy="285337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39" y="39532291"/>
            <a:ext cx="28435832" cy="39947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2559892" y="4736598"/>
            <a:ext cx="23465671" cy="22256306"/>
          </a:xfrm>
        </p:spPr>
        <p:txBody>
          <a:bodyPr anchor="b">
            <a:normAutofit/>
          </a:bodyPr>
          <a:lstStyle>
            <a:lvl1pPr algn="l">
              <a:lnSpc>
                <a:spcPct val="85000"/>
              </a:lnSpc>
              <a:defRPr sz="24885" spc="-156"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2566355" y="27807407"/>
            <a:ext cx="23465671" cy="7133431"/>
          </a:xfrm>
        </p:spPr>
        <p:txBody>
          <a:bodyPr lIns="91440" rIns="91440">
            <a:normAutofit/>
          </a:bodyPr>
          <a:lstStyle>
            <a:lvl1pPr marL="0" indent="0" algn="l">
              <a:buNone/>
              <a:defRPr sz="7465" cap="all" spc="622" baseline="0">
                <a:solidFill>
                  <a:schemeClr val="tx2"/>
                </a:solidFill>
                <a:latin typeface="+mj-lt"/>
              </a:defRPr>
            </a:lvl1pPr>
            <a:lvl2pPr marL="1422166" indent="0" algn="ctr">
              <a:buNone/>
              <a:defRPr sz="7465"/>
            </a:lvl2pPr>
            <a:lvl3pPr marL="2844333" indent="0" algn="ctr">
              <a:buNone/>
              <a:defRPr sz="7465"/>
            </a:lvl3pPr>
            <a:lvl4pPr marL="4266499" indent="0" algn="ctr">
              <a:buNone/>
              <a:defRPr sz="6221"/>
            </a:lvl4pPr>
            <a:lvl5pPr marL="5688665" indent="0" algn="ctr">
              <a:buNone/>
              <a:defRPr sz="6221"/>
            </a:lvl5pPr>
            <a:lvl6pPr marL="7110832" indent="0" algn="ctr">
              <a:buNone/>
              <a:defRPr sz="6221"/>
            </a:lvl6pPr>
            <a:lvl7pPr marL="8532998" indent="0" algn="ctr">
              <a:buNone/>
              <a:defRPr sz="6221"/>
            </a:lvl7pPr>
            <a:lvl8pPr marL="9955164" indent="0" algn="ctr">
              <a:buNone/>
              <a:defRPr sz="6221"/>
            </a:lvl8pPr>
            <a:lvl9pPr marL="11377331" indent="0" algn="ctr">
              <a:buNone/>
              <a:defRPr sz="6221"/>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C972FCD-9765-44CC-9752-E7B11B5CC4F6}" type="datetimeFigureOut">
              <a:rPr lang="en-IN" smtClean="0"/>
              <a:t>02-08-2021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CF6D0B2-FC02-4FCE-96D5-8F676BDAAEE6}" type="slidenum">
              <a:rPr lang="en-IN" smtClean="0"/>
              <a:t>‹#›</a:t>
            </a:fld>
            <a:endParaRPr lang="en-IN"/>
          </a:p>
        </p:txBody>
      </p:sp>
      <p:cxnSp>
        <p:nvCxnSpPr>
          <p:cNvPr id="9" name="Straight Connector 8"/>
          <p:cNvCxnSpPr/>
          <p:nvPr/>
        </p:nvCxnSpPr>
        <p:spPr>
          <a:xfrm>
            <a:off x="2817398" y="27107039"/>
            <a:ext cx="23039023"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326054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C972FCD-9765-44CC-9752-E7B11B5CC4F6}" type="datetimeFigureOut">
              <a:rPr lang="en-IN" smtClean="0"/>
              <a:t>02-08-2021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CF6D0B2-FC02-4FCE-96D5-8F676BDAAEE6}" type="slidenum">
              <a:rPr lang="en-IN" smtClean="0"/>
              <a:t>‹#›</a:t>
            </a:fld>
            <a:endParaRPr lang="en-IN"/>
          </a:p>
        </p:txBody>
      </p:sp>
    </p:spTree>
    <p:extLst>
      <p:ext uri="{BB962C8B-B14F-4D97-AF65-F5344CB8AC3E}">
        <p14:creationId xmlns:p14="http://schemas.microsoft.com/office/powerpoint/2010/main" val="3412536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7411" y="39947215"/>
            <a:ext cx="28435832" cy="285337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39" y="39532291"/>
            <a:ext cx="28435832" cy="39947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559892" y="4736598"/>
            <a:ext cx="23465671" cy="22256306"/>
          </a:xfrm>
        </p:spPr>
        <p:txBody>
          <a:bodyPr anchor="b" anchorCtr="0">
            <a:normAutofit/>
          </a:bodyPr>
          <a:lstStyle>
            <a:lvl1pPr>
              <a:lnSpc>
                <a:spcPct val="85000"/>
              </a:lnSpc>
              <a:defRPr sz="24885"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2559892" y="27791849"/>
            <a:ext cx="23465671" cy="7133431"/>
          </a:xfrm>
        </p:spPr>
        <p:txBody>
          <a:bodyPr lIns="91440" rIns="91440" anchor="t" anchorCtr="0">
            <a:normAutofit/>
          </a:bodyPr>
          <a:lstStyle>
            <a:lvl1pPr marL="0" indent="0">
              <a:buNone/>
              <a:defRPr sz="7465" cap="all" spc="622" baseline="0">
                <a:solidFill>
                  <a:schemeClr val="tx2"/>
                </a:solidFill>
                <a:latin typeface="+mj-lt"/>
              </a:defRPr>
            </a:lvl1pPr>
            <a:lvl2pPr marL="1422166" indent="0">
              <a:buNone/>
              <a:defRPr sz="5599">
                <a:solidFill>
                  <a:schemeClr val="tx1">
                    <a:tint val="75000"/>
                  </a:schemeClr>
                </a:solidFill>
              </a:defRPr>
            </a:lvl2pPr>
            <a:lvl3pPr marL="2844333" indent="0">
              <a:buNone/>
              <a:defRPr sz="4977">
                <a:solidFill>
                  <a:schemeClr val="tx1">
                    <a:tint val="75000"/>
                  </a:schemeClr>
                </a:solidFill>
              </a:defRPr>
            </a:lvl3pPr>
            <a:lvl4pPr marL="4266499" indent="0">
              <a:buNone/>
              <a:defRPr sz="4355">
                <a:solidFill>
                  <a:schemeClr val="tx1">
                    <a:tint val="75000"/>
                  </a:schemeClr>
                </a:solidFill>
              </a:defRPr>
            </a:lvl4pPr>
            <a:lvl5pPr marL="5688665" indent="0">
              <a:buNone/>
              <a:defRPr sz="4355">
                <a:solidFill>
                  <a:schemeClr val="tx1">
                    <a:tint val="75000"/>
                  </a:schemeClr>
                </a:solidFill>
              </a:defRPr>
            </a:lvl5pPr>
            <a:lvl6pPr marL="7110832" indent="0">
              <a:buNone/>
              <a:defRPr sz="4355">
                <a:solidFill>
                  <a:schemeClr val="tx1">
                    <a:tint val="75000"/>
                  </a:schemeClr>
                </a:solidFill>
              </a:defRPr>
            </a:lvl6pPr>
            <a:lvl7pPr marL="8532998" indent="0">
              <a:buNone/>
              <a:defRPr sz="4355">
                <a:solidFill>
                  <a:schemeClr val="tx1">
                    <a:tint val="75000"/>
                  </a:schemeClr>
                </a:solidFill>
              </a:defRPr>
            </a:lvl7pPr>
            <a:lvl8pPr marL="9955164" indent="0">
              <a:buNone/>
              <a:defRPr sz="4355">
                <a:solidFill>
                  <a:schemeClr val="tx1">
                    <a:tint val="75000"/>
                  </a:schemeClr>
                </a:solidFill>
              </a:defRPr>
            </a:lvl8pPr>
            <a:lvl9pPr marL="11377331" indent="0">
              <a:buNone/>
              <a:defRPr sz="4355">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C972FCD-9765-44CC-9752-E7B11B5CC4F6}" type="datetimeFigureOut">
              <a:rPr lang="en-IN" smtClean="0"/>
              <a:t>02-08-2021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CF6D0B2-FC02-4FCE-96D5-8F676BDAAEE6}" type="slidenum">
              <a:rPr lang="en-IN" smtClean="0"/>
              <a:t>‹#›</a:t>
            </a:fld>
            <a:endParaRPr lang="en-IN"/>
          </a:p>
        </p:txBody>
      </p:sp>
      <p:cxnSp>
        <p:nvCxnSpPr>
          <p:cNvPr id="9" name="Straight Connector 8"/>
          <p:cNvCxnSpPr/>
          <p:nvPr/>
        </p:nvCxnSpPr>
        <p:spPr>
          <a:xfrm>
            <a:off x="2817398" y="27107039"/>
            <a:ext cx="23039023"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335594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2559892" y="1788691"/>
            <a:ext cx="23465671" cy="9054134"/>
          </a:xfrm>
        </p:spPr>
        <p:txBody>
          <a:bodyPr/>
          <a:lstStyle/>
          <a:p>
            <a:r>
              <a:rPr lang="en-US"/>
              <a:t>Click to edit Master title style</a:t>
            </a:r>
            <a:endParaRPr lang="en-US" dirty="0"/>
          </a:p>
        </p:txBody>
      </p:sp>
      <p:sp>
        <p:nvSpPr>
          <p:cNvPr id="3" name="Content Placeholder 2"/>
          <p:cNvSpPr>
            <a:spLocks noGrp="1"/>
          </p:cNvSpPr>
          <p:nvPr>
            <p:ph sz="half" idx="1"/>
          </p:nvPr>
        </p:nvSpPr>
        <p:spPr>
          <a:xfrm>
            <a:off x="2559892" y="11519175"/>
            <a:ext cx="11519511" cy="2510967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4506052" y="11519181"/>
            <a:ext cx="11519511" cy="2510967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C972FCD-9765-44CC-9752-E7B11B5CC4F6}" type="datetimeFigureOut">
              <a:rPr lang="en-IN" smtClean="0"/>
              <a:t>02-08-2021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CF6D0B2-FC02-4FCE-96D5-8F676BDAAEE6}" type="slidenum">
              <a:rPr lang="en-IN" smtClean="0"/>
              <a:t>‹#›</a:t>
            </a:fld>
            <a:endParaRPr lang="en-IN"/>
          </a:p>
        </p:txBody>
      </p:sp>
    </p:spTree>
    <p:extLst>
      <p:ext uri="{BB962C8B-B14F-4D97-AF65-F5344CB8AC3E}">
        <p14:creationId xmlns:p14="http://schemas.microsoft.com/office/powerpoint/2010/main" val="28543219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2559892" y="1788691"/>
            <a:ext cx="23465671" cy="9054134"/>
          </a:xfrm>
        </p:spPr>
        <p:txBody>
          <a:bodyPr/>
          <a:lstStyle/>
          <a:p>
            <a:r>
              <a:rPr lang="en-US"/>
              <a:t>Click to edit Master title style</a:t>
            </a:r>
            <a:endParaRPr lang="en-US" dirty="0"/>
          </a:p>
        </p:txBody>
      </p:sp>
      <p:sp>
        <p:nvSpPr>
          <p:cNvPr id="3" name="Text Placeholder 2"/>
          <p:cNvSpPr>
            <a:spLocks noGrp="1"/>
          </p:cNvSpPr>
          <p:nvPr>
            <p:ph type="body" idx="1"/>
          </p:nvPr>
        </p:nvSpPr>
        <p:spPr>
          <a:xfrm>
            <a:off x="2559892" y="11521159"/>
            <a:ext cx="11519511" cy="4595116"/>
          </a:xfrm>
        </p:spPr>
        <p:txBody>
          <a:bodyPr lIns="91440" rIns="91440" anchor="ctr">
            <a:normAutofit/>
          </a:bodyPr>
          <a:lstStyle>
            <a:lvl1pPr marL="0" indent="0">
              <a:buNone/>
              <a:defRPr sz="6221" b="0" cap="all" baseline="0">
                <a:solidFill>
                  <a:schemeClr val="tx2"/>
                </a:solidFill>
              </a:defRPr>
            </a:lvl1pPr>
            <a:lvl2pPr marL="1422166" indent="0">
              <a:buNone/>
              <a:defRPr sz="6221" b="1"/>
            </a:lvl2pPr>
            <a:lvl3pPr marL="2844333" indent="0">
              <a:buNone/>
              <a:defRPr sz="5599" b="1"/>
            </a:lvl3pPr>
            <a:lvl4pPr marL="4266499" indent="0">
              <a:buNone/>
              <a:defRPr sz="4977" b="1"/>
            </a:lvl4pPr>
            <a:lvl5pPr marL="5688665" indent="0">
              <a:buNone/>
              <a:defRPr sz="4977" b="1"/>
            </a:lvl5pPr>
            <a:lvl6pPr marL="7110832" indent="0">
              <a:buNone/>
              <a:defRPr sz="4977" b="1"/>
            </a:lvl6pPr>
            <a:lvl7pPr marL="8532998" indent="0">
              <a:buNone/>
              <a:defRPr sz="4977" b="1"/>
            </a:lvl7pPr>
            <a:lvl8pPr marL="9955164" indent="0">
              <a:buNone/>
              <a:defRPr sz="4977" b="1"/>
            </a:lvl8pPr>
            <a:lvl9pPr marL="11377331" indent="0">
              <a:buNone/>
              <a:defRPr sz="4977" b="1"/>
            </a:lvl9pPr>
          </a:lstStyle>
          <a:p>
            <a:pPr lvl="0"/>
            <a:r>
              <a:rPr lang="en-US"/>
              <a:t>Edit Master text styles</a:t>
            </a:r>
          </a:p>
        </p:txBody>
      </p:sp>
      <p:sp>
        <p:nvSpPr>
          <p:cNvPr id="4" name="Content Placeholder 3"/>
          <p:cNvSpPr>
            <a:spLocks noGrp="1"/>
          </p:cNvSpPr>
          <p:nvPr>
            <p:ph sz="half" idx="2"/>
          </p:nvPr>
        </p:nvSpPr>
        <p:spPr>
          <a:xfrm>
            <a:off x="2559892" y="16116275"/>
            <a:ext cx="11519511" cy="2108325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4506052" y="11521159"/>
            <a:ext cx="11519511" cy="4595116"/>
          </a:xfrm>
        </p:spPr>
        <p:txBody>
          <a:bodyPr lIns="91440" rIns="91440" anchor="ctr">
            <a:normAutofit/>
          </a:bodyPr>
          <a:lstStyle>
            <a:lvl1pPr marL="0" indent="0">
              <a:buNone/>
              <a:defRPr sz="6221" b="0" cap="all" baseline="0">
                <a:solidFill>
                  <a:schemeClr val="tx2"/>
                </a:solidFill>
              </a:defRPr>
            </a:lvl1pPr>
            <a:lvl2pPr marL="1422166" indent="0">
              <a:buNone/>
              <a:defRPr sz="6221" b="1"/>
            </a:lvl2pPr>
            <a:lvl3pPr marL="2844333" indent="0">
              <a:buNone/>
              <a:defRPr sz="5599" b="1"/>
            </a:lvl3pPr>
            <a:lvl4pPr marL="4266499" indent="0">
              <a:buNone/>
              <a:defRPr sz="4977" b="1"/>
            </a:lvl4pPr>
            <a:lvl5pPr marL="5688665" indent="0">
              <a:buNone/>
              <a:defRPr sz="4977" b="1"/>
            </a:lvl5pPr>
            <a:lvl6pPr marL="7110832" indent="0">
              <a:buNone/>
              <a:defRPr sz="4977" b="1"/>
            </a:lvl6pPr>
            <a:lvl7pPr marL="8532998" indent="0">
              <a:buNone/>
              <a:defRPr sz="4977" b="1"/>
            </a:lvl7pPr>
            <a:lvl8pPr marL="9955164" indent="0">
              <a:buNone/>
              <a:defRPr sz="4977" b="1"/>
            </a:lvl8pPr>
            <a:lvl9pPr marL="11377331" indent="0">
              <a:buNone/>
              <a:defRPr sz="4977" b="1"/>
            </a:lvl9pPr>
          </a:lstStyle>
          <a:p>
            <a:pPr lvl="0"/>
            <a:r>
              <a:rPr lang="en-US"/>
              <a:t>Edit Master text styles</a:t>
            </a:r>
          </a:p>
        </p:txBody>
      </p:sp>
      <p:sp>
        <p:nvSpPr>
          <p:cNvPr id="6" name="Content Placeholder 5"/>
          <p:cNvSpPr>
            <a:spLocks noGrp="1"/>
          </p:cNvSpPr>
          <p:nvPr>
            <p:ph sz="quarter" idx="4"/>
          </p:nvPr>
        </p:nvSpPr>
        <p:spPr>
          <a:xfrm>
            <a:off x="14506052" y="16116275"/>
            <a:ext cx="11519511" cy="2108325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C972FCD-9765-44CC-9752-E7B11B5CC4F6}" type="datetimeFigureOut">
              <a:rPr lang="en-IN" smtClean="0"/>
              <a:t>02-08-2021</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CF6D0B2-FC02-4FCE-96D5-8F676BDAAEE6}" type="slidenum">
              <a:rPr lang="en-IN" smtClean="0"/>
              <a:t>‹#›</a:t>
            </a:fld>
            <a:endParaRPr lang="en-IN"/>
          </a:p>
        </p:txBody>
      </p:sp>
    </p:spTree>
    <p:extLst>
      <p:ext uri="{BB962C8B-B14F-4D97-AF65-F5344CB8AC3E}">
        <p14:creationId xmlns:p14="http://schemas.microsoft.com/office/powerpoint/2010/main" val="4288624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C972FCD-9765-44CC-9752-E7B11B5CC4F6}" type="datetimeFigureOut">
              <a:rPr lang="en-IN" smtClean="0"/>
              <a:t>02-08-2021</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CF6D0B2-FC02-4FCE-96D5-8F676BDAAEE6}" type="slidenum">
              <a:rPr lang="en-IN" smtClean="0"/>
              <a:t>‹#›</a:t>
            </a:fld>
            <a:endParaRPr lang="en-IN"/>
          </a:p>
        </p:txBody>
      </p:sp>
    </p:spTree>
    <p:extLst>
      <p:ext uri="{BB962C8B-B14F-4D97-AF65-F5344CB8AC3E}">
        <p14:creationId xmlns:p14="http://schemas.microsoft.com/office/powerpoint/2010/main" val="41552073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7411" y="39947215"/>
            <a:ext cx="28435832" cy="285337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39" y="39532291"/>
            <a:ext cx="28435832" cy="39947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0C972FCD-9765-44CC-9752-E7B11B5CC4F6}" type="datetimeFigureOut">
              <a:rPr lang="en-IN" smtClean="0"/>
              <a:t>02-08-2021</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1CF6D0B2-FC02-4FCE-96D5-8F676BDAAEE6}" type="slidenum">
              <a:rPr lang="en-IN" smtClean="0"/>
              <a:t>‹#›</a:t>
            </a:fld>
            <a:endParaRPr lang="en-IN"/>
          </a:p>
        </p:txBody>
      </p:sp>
    </p:spTree>
    <p:extLst>
      <p:ext uri="{BB962C8B-B14F-4D97-AF65-F5344CB8AC3E}">
        <p14:creationId xmlns:p14="http://schemas.microsoft.com/office/powerpoint/2010/main" val="26968483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42" y="0"/>
            <a:ext cx="9450263" cy="428005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425254" y="0"/>
            <a:ext cx="149327" cy="428005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66621" y="3709378"/>
            <a:ext cx="7466350" cy="14266863"/>
          </a:xfrm>
        </p:spPr>
        <p:txBody>
          <a:bodyPr anchor="b">
            <a:normAutofit/>
          </a:bodyPr>
          <a:lstStyle>
            <a:lvl1pPr>
              <a:defRPr sz="11198"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11199525" y="4565396"/>
            <a:ext cx="15146024" cy="3281378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66621" y="18261584"/>
            <a:ext cx="7466350" cy="21089019"/>
          </a:xfrm>
        </p:spPr>
        <p:txBody>
          <a:bodyPr lIns="91440" rIns="91440">
            <a:normAutofit/>
          </a:bodyPr>
          <a:lstStyle>
            <a:lvl1pPr marL="0" indent="0">
              <a:buNone/>
              <a:defRPr sz="4666">
                <a:solidFill>
                  <a:srgbClr val="FFFFFF"/>
                </a:solidFill>
              </a:defRPr>
            </a:lvl1pPr>
            <a:lvl2pPr marL="1422166" indent="0">
              <a:buNone/>
              <a:defRPr sz="3733"/>
            </a:lvl2pPr>
            <a:lvl3pPr marL="2844333" indent="0">
              <a:buNone/>
              <a:defRPr sz="3111"/>
            </a:lvl3pPr>
            <a:lvl4pPr marL="4266499" indent="0">
              <a:buNone/>
              <a:defRPr sz="2800"/>
            </a:lvl4pPr>
            <a:lvl5pPr marL="5688665" indent="0">
              <a:buNone/>
              <a:defRPr sz="2800"/>
            </a:lvl5pPr>
            <a:lvl6pPr marL="7110832" indent="0">
              <a:buNone/>
              <a:defRPr sz="2800"/>
            </a:lvl6pPr>
            <a:lvl7pPr marL="8532998" indent="0">
              <a:buNone/>
              <a:defRPr sz="2800"/>
            </a:lvl7pPr>
            <a:lvl8pPr marL="9955164" indent="0">
              <a:buNone/>
              <a:defRPr sz="2800"/>
            </a:lvl8pPr>
            <a:lvl9pPr marL="11377331" indent="0">
              <a:buNone/>
              <a:defRPr sz="2800"/>
            </a:lvl9pPr>
          </a:lstStyle>
          <a:p>
            <a:pPr lvl="0"/>
            <a:r>
              <a:rPr lang="en-US"/>
              <a:t>Edit Master text styles</a:t>
            </a:r>
          </a:p>
        </p:txBody>
      </p:sp>
      <p:sp>
        <p:nvSpPr>
          <p:cNvPr id="5" name="Date Placeholder 4"/>
          <p:cNvSpPr>
            <a:spLocks noGrp="1"/>
          </p:cNvSpPr>
          <p:nvPr>
            <p:ph type="dt" sz="half" idx="10"/>
          </p:nvPr>
        </p:nvSpPr>
        <p:spPr>
          <a:xfrm>
            <a:off x="1086015" y="40315349"/>
            <a:ext cx="6108835" cy="2278735"/>
          </a:xfrm>
        </p:spPr>
        <p:txBody>
          <a:bodyPr/>
          <a:lstStyle>
            <a:lvl1pPr algn="l">
              <a:defRPr/>
            </a:lvl1pPr>
          </a:lstStyle>
          <a:p>
            <a:fld id="{0C972FCD-9765-44CC-9752-E7B11B5CC4F6}" type="datetimeFigureOut">
              <a:rPr lang="en-IN" smtClean="0"/>
              <a:t>02-08-2021</a:t>
            </a:fld>
            <a:endParaRPr lang="en-IN"/>
          </a:p>
        </p:txBody>
      </p:sp>
      <p:sp>
        <p:nvSpPr>
          <p:cNvPr id="6" name="Footer Placeholder 5"/>
          <p:cNvSpPr>
            <a:spLocks noGrp="1"/>
          </p:cNvSpPr>
          <p:nvPr>
            <p:ph type="ftr" sz="quarter" idx="11"/>
          </p:nvPr>
        </p:nvSpPr>
        <p:spPr>
          <a:xfrm>
            <a:off x="11199525" y="40315349"/>
            <a:ext cx="10843984" cy="227873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1CF6D0B2-FC02-4FCE-96D5-8F676BDAAEE6}" type="slidenum">
              <a:rPr lang="en-IN" smtClean="0"/>
              <a:t>‹#›</a:t>
            </a:fld>
            <a:endParaRPr lang="en-IN"/>
          </a:p>
        </p:txBody>
      </p:sp>
    </p:spTree>
    <p:extLst>
      <p:ext uri="{BB962C8B-B14F-4D97-AF65-F5344CB8AC3E}">
        <p14:creationId xmlns:p14="http://schemas.microsoft.com/office/powerpoint/2010/main" val="41197318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1" y="30911536"/>
            <a:ext cx="28435832" cy="1188905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9" y="30674853"/>
            <a:ext cx="28435832" cy="39947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559891" y="31672435"/>
            <a:ext cx="23594556" cy="5136071"/>
          </a:xfrm>
        </p:spPr>
        <p:txBody>
          <a:bodyPr tIns="0" bIns="0" anchor="b">
            <a:noAutofit/>
          </a:bodyPr>
          <a:lstStyle>
            <a:lvl1pPr>
              <a:defRPr sz="11198"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9" y="0"/>
            <a:ext cx="28443204" cy="30674853"/>
          </a:xfrm>
          <a:solidFill>
            <a:schemeClr val="bg2">
              <a:lumMod val="90000"/>
            </a:schemeClr>
          </a:solidFill>
        </p:spPr>
        <p:txBody>
          <a:bodyPr lIns="457200" tIns="457200" anchor="t"/>
          <a:lstStyle>
            <a:lvl1pPr marL="0" indent="0">
              <a:buNone/>
              <a:defRPr sz="9954"/>
            </a:lvl1pPr>
            <a:lvl2pPr marL="1422166" indent="0">
              <a:buNone/>
              <a:defRPr sz="8710"/>
            </a:lvl2pPr>
            <a:lvl3pPr marL="2844333" indent="0">
              <a:buNone/>
              <a:defRPr sz="7465"/>
            </a:lvl3pPr>
            <a:lvl4pPr marL="4266499" indent="0">
              <a:buNone/>
              <a:defRPr sz="6221"/>
            </a:lvl4pPr>
            <a:lvl5pPr marL="5688665" indent="0">
              <a:buNone/>
              <a:defRPr sz="6221"/>
            </a:lvl5pPr>
            <a:lvl6pPr marL="7110832" indent="0">
              <a:buNone/>
              <a:defRPr sz="6221"/>
            </a:lvl6pPr>
            <a:lvl7pPr marL="8532998" indent="0">
              <a:buNone/>
              <a:defRPr sz="6221"/>
            </a:lvl7pPr>
            <a:lvl8pPr marL="9955164" indent="0">
              <a:buNone/>
              <a:defRPr sz="6221"/>
            </a:lvl8pPr>
            <a:lvl9pPr marL="11377331" indent="0">
              <a:buNone/>
              <a:defRPr sz="6221"/>
            </a:lvl9pPr>
          </a:lstStyle>
          <a:p>
            <a:r>
              <a:rPr lang="en-US"/>
              <a:t>Click icon to add picture</a:t>
            </a:r>
            <a:endParaRPr lang="en-US" dirty="0"/>
          </a:p>
        </p:txBody>
      </p:sp>
      <p:sp>
        <p:nvSpPr>
          <p:cNvPr id="4" name="Text Placeholder 3"/>
          <p:cNvSpPr>
            <a:spLocks noGrp="1"/>
          </p:cNvSpPr>
          <p:nvPr>
            <p:ph type="body" sz="half" idx="2"/>
          </p:nvPr>
        </p:nvSpPr>
        <p:spPr>
          <a:xfrm>
            <a:off x="2559891" y="36865573"/>
            <a:ext cx="23607888" cy="3709384"/>
          </a:xfrm>
        </p:spPr>
        <p:txBody>
          <a:bodyPr lIns="91440" tIns="0" rIns="91440" bIns="0">
            <a:normAutofit/>
          </a:bodyPr>
          <a:lstStyle>
            <a:lvl1pPr marL="0" indent="0">
              <a:spcBef>
                <a:spcPts val="0"/>
              </a:spcBef>
              <a:spcAft>
                <a:spcPts val="1866"/>
              </a:spcAft>
              <a:buNone/>
              <a:defRPr sz="4666">
                <a:solidFill>
                  <a:srgbClr val="FFFFFF"/>
                </a:solidFill>
              </a:defRPr>
            </a:lvl1pPr>
            <a:lvl2pPr marL="1422166" indent="0">
              <a:buNone/>
              <a:defRPr sz="3733"/>
            </a:lvl2pPr>
            <a:lvl3pPr marL="2844333" indent="0">
              <a:buNone/>
              <a:defRPr sz="3111"/>
            </a:lvl3pPr>
            <a:lvl4pPr marL="4266499" indent="0">
              <a:buNone/>
              <a:defRPr sz="2800"/>
            </a:lvl4pPr>
            <a:lvl5pPr marL="5688665" indent="0">
              <a:buNone/>
              <a:defRPr sz="2800"/>
            </a:lvl5pPr>
            <a:lvl6pPr marL="7110832" indent="0">
              <a:buNone/>
              <a:defRPr sz="2800"/>
            </a:lvl6pPr>
            <a:lvl7pPr marL="8532998" indent="0">
              <a:buNone/>
              <a:defRPr sz="2800"/>
            </a:lvl7pPr>
            <a:lvl8pPr marL="9955164" indent="0">
              <a:buNone/>
              <a:defRPr sz="2800"/>
            </a:lvl8pPr>
            <a:lvl9pPr marL="11377331" indent="0">
              <a:buNone/>
              <a:defRPr sz="2800"/>
            </a:lvl9pPr>
          </a:lstStyle>
          <a:p>
            <a:pPr lvl="0"/>
            <a:r>
              <a:rPr lang="en-US"/>
              <a:t>Edit Master text styles</a:t>
            </a:r>
          </a:p>
        </p:txBody>
      </p:sp>
      <p:sp>
        <p:nvSpPr>
          <p:cNvPr id="5" name="Date Placeholder 4"/>
          <p:cNvSpPr>
            <a:spLocks noGrp="1"/>
          </p:cNvSpPr>
          <p:nvPr>
            <p:ph type="dt" sz="half" idx="10"/>
          </p:nvPr>
        </p:nvSpPr>
        <p:spPr/>
        <p:txBody>
          <a:bodyPr/>
          <a:lstStyle/>
          <a:p>
            <a:fld id="{0C972FCD-9765-44CC-9752-E7B11B5CC4F6}" type="datetimeFigureOut">
              <a:rPr lang="en-IN" smtClean="0"/>
              <a:t>02-08-2021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CF6D0B2-FC02-4FCE-96D5-8F676BDAAEE6}" type="slidenum">
              <a:rPr lang="en-IN" smtClean="0"/>
              <a:t>‹#›</a:t>
            </a:fld>
            <a:endParaRPr lang="en-IN"/>
          </a:p>
        </p:txBody>
      </p:sp>
    </p:spTree>
    <p:extLst>
      <p:ext uri="{BB962C8B-B14F-4D97-AF65-F5344CB8AC3E}">
        <p14:creationId xmlns:p14="http://schemas.microsoft.com/office/powerpoint/2010/main" val="35416661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C972FCD-9765-44CC-9752-E7B11B5CC4F6}" type="datetimeFigureOut">
              <a:rPr lang="en-IN" smtClean="0"/>
              <a:t>02-08-2021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CF6D0B2-FC02-4FCE-96D5-8F676BDAAEE6}" type="slidenum">
              <a:rPr lang="en-IN" smtClean="0"/>
              <a:t>‹#›</a:t>
            </a:fld>
            <a:endParaRPr lang="en-IN"/>
          </a:p>
        </p:txBody>
      </p:sp>
    </p:spTree>
    <p:extLst>
      <p:ext uri="{BB962C8B-B14F-4D97-AF65-F5344CB8AC3E}">
        <p14:creationId xmlns:p14="http://schemas.microsoft.com/office/powerpoint/2010/main" val="12466879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7411" y="39947215"/>
            <a:ext cx="28435832" cy="285337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39" y="39532291"/>
            <a:ext cx="28435832" cy="39947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20354694" y="2573165"/>
            <a:ext cx="6133073" cy="3594736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955474" y="2573165"/>
            <a:ext cx="18043679" cy="35947364"/>
          </a:xfrm>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C972FCD-9765-44CC-9752-E7B11B5CC4F6}" type="datetimeFigureOut">
              <a:rPr lang="en-IN" smtClean="0"/>
              <a:t>02-08-2021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CF6D0B2-FC02-4FCE-96D5-8F676BDAAEE6}" type="slidenum">
              <a:rPr lang="en-IN" smtClean="0"/>
              <a:t>‹#›</a:t>
            </a:fld>
            <a:endParaRPr lang="en-IN"/>
          </a:p>
        </p:txBody>
      </p:sp>
    </p:spTree>
    <p:extLst>
      <p:ext uri="{BB962C8B-B14F-4D97-AF65-F5344CB8AC3E}">
        <p14:creationId xmlns:p14="http://schemas.microsoft.com/office/powerpoint/2010/main" val="4199616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2" y="39947215"/>
            <a:ext cx="28443241" cy="285337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2" y="39532288"/>
            <a:ext cx="28443241" cy="4118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559892" y="1788691"/>
            <a:ext cx="23465671" cy="905413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2559890" y="11519175"/>
            <a:ext cx="23465674" cy="25109678"/>
          </a:xfrm>
          <a:prstGeom prst="rect">
            <a:avLst/>
          </a:prstGeom>
        </p:spPr>
        <p:txBody>
          <a:bodyPr vert="horz" lIns="0" tIns="45720" rIns="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559896" y="40315349"/>
            <a:ext cx="5767666" cy="2278735"/>
          </a:xfrm>
          <a:prstGeom prst="rect">
            <a:avLst/>
          </a:prstGeom>
        </p:spPr>
        <p:txBody>
          <a:bodyPr vert="horz" lIns="91440" tIns="45720" rIns="91440" bIns="45720" rtlCol="0" anchor="ctr"/>
          <a:lstStyle>
            <a:lvl1pPr algn="l">
              <a:defRPr sz="2800">
                <a:solidFill>
                  <a:srgbClr val="FFFFFF"/>
                </a:solidFill>
              </a:defRPr>
            </a:lvl1pPr>
          </a:lstStyle>
          <a:p>
            <a:fld id="{0C972FCD-9765-44CC-9752-E7B11B5CC4F6}" type="datetimeFigureOut">
              <a:rPr lang="en-IN" smtClean="0"/>
              <a:t>02-08-2021</a:t>
            </a:fld>
            <a:endParaRPr lang="en-IN"/>
          </a:p>
        </p:txBody>
      </p:sp>
      <p:sp>
        <p:nvSpPr>
          <p:cNvPr id="5" name="Footer Placeholder 4"/>
          <p:cNvSpPr>
            <a:spLocks noGrp="1"/>
          </p:cNvSpPr>
          <p:nvPr>
            <p:ph type="ftr" sz="quarter" idx="3"/>
          </p:nvPr>
        </p:nvSpPr>
        <p:spPr>
          <a:xfrm>
            <a:off x="8599661" y="40315349"/>
            <a:ext cx="11251326" cy="2278735"/>
          </a:xfrm>
          <a:prstGeom prst="rect">
            <a:avLst/>
          </a:prstGeom>
        </p:spPr>
        <p:txBody>
          <a:bodyPr vert="horz" lIns="91440" tIns="45720" rIns="91440" bIns="45720" rtlCol="0" anchor="ctr"/>
          <a:lstStyle>
            <a:lvl1pPr algn="ctr">
              <a:defRPr sz="28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23097205" y="40315349"/>
            <a:ext cx="3060880" cy="2278735"/>
          </a:xfrm>
          <a:prstGeom prst="rect">
            <a:avLst/>
          </a:prstGeom>
        </p:spPr>
        <p:txBody>
          <a:bodyPr vert="horz" lIns="91440" tIns="45720" rIns="91440" bIns="45720" rtlCol="0" anchor="ctr"/>
          <a:lstStyle>
            <a:lvl1pPr algn="r">
              <a:defRPr sz="3266">
                <a:solidFill>
                  <a:srgbClr val="FFFFFF"/>
                </a:solidFill>
              </a:defRPr>
            </a:lvl1pPr>
          </a:lstStyle>
          <a:p>
            <a:fld id="{1CF6D0B2-FC02-4FCE-96D5-8F676BDAAEE6}" type="slidenum">
              <a:rPr lang="en-IN" smtClean="0"/>
              <a:t>‹#›</a:t>
            </a:fld>
            <a:endParaRPr lang="en-IN"/>
          </a:p>
        </p:txBody>
      </p:sp>
      <p:cxnSp>
        <p:nvCxnSpPr>
          <p:cNvPr id="10" name="Straight Connector 9"/>
          <p:cNvCxnSpPr/>
          <p:nvPr/>
        </p:nvCxnSpPr>
        <p:spPr>
          <a:xfrm>
            <a:off x="2784442" y="10845842"/>
            <a:ext cx="23252347"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21937946"/>
      </p:ext>
    </p:extLst>
  </p:cSld>
  <p:clrMap bg1="lt1" tx1="dk1" bg2="lt2" tx2="dk2" accent1="accent1" accent2="accent2" accent3="accent3" accent4="accent4" accent5="accent5" accent6="accent6" hlink="hlink" folHlink="folHlink"/>
  <p:sldLayoutIdLst>
    <p:sldLayoutId id="2147483882" r:id="rId1"/>
    <p:sldLayoutId id="2147483883" r:id="rId2"/>
    <p:sldLayoutId id="2147483884" r:id="rId3"/>
    <p:sldLayoutId id="2147483885" r:id="rId4"/>
    <p:sldLayoutId id="2147483886" r:id="rId5"/>
    <p:sldLayoutId id="2147483887" r:id="rId6"/>
    <p:sldLayoutId id="2147483888" r:id="rId7"/>
    <p:sldLayoutId id="2147483889" r:id="rId8"/>
    <p:sldLayoutId id="2147483890" r:id="rId9"/>
    <p:sldLayoutId id="2147483891" r:id="rId10"/>
    <p:sldLayoutId id="2147483892" r:id="rId11"/>
  </p:sldLayoutIdLst>
  <p:txStyles>
    <p:titleStyle>
      <a:lvl1pPr algn="l" defTabSz="2844333" rtl="0" eaLnBrk="1" latinLnBrk="0" hangingPunct="1">
        <a:lnSpc>
          <a:spcPct val="85000"/>
        </a:lnSpc>
        <a:spcBef>
          <a:spcPct val="0"/>
        </a:spcBef>
        <a:buNone/>
        <a:defRPr sz="14931" kern="1200" spc="-156" baseline="0">
          <a:solidFill>
            <a:schemeClr val="tx1">
              <a:lumMod val="75000"/>
              <a:lumOff val="25000"/>
            </a:schemeClr>
          </a:solidFill>
          <a:latin typeface="+mj-lt"/>
          <a:ea typeface="+mj-ea"/>
          <a:cs typeface="+mj-cs"/>
        </a:defRPr>
      </a:lvl1pPr>
    </p:titleStyle>
    <p:bodyStyle>
      <a:lvl1pPr marL="284433" indent="-284433" algn="l" defTabSz="2844333" rtl="0" eaLnBrk="1" latinLnBrk="0" hangingPunct="1">
        <a:lnSpc>
          <a:spcPct val="90000"/>
        </a:lnSpc>
        <a:spcBef>
          <a:spcPts val="3733"/>
        </a:spcBef>
        <a:spcAft>
          <a:spcPts val="622"/>
        </a:spcAft>
        <a:buClr>
          <a:schemeClr val="accent1"/>
        </a:buClr>
        <a:buSzPct val="100000"/>
        <a:buFont typeface="Calibri" panose="020F0502020204030204" pitchFamily="34" charset="0"/>
        <a:buChar char=" "/>
        <a:defRPr sz="6221" kern="1200">
          <a:solidFill>
            <a:schemeClr val="tx1">
              <a:lumMod val="75000"/>
              <a:lumOff val="25000"/>
            </a:schemeClr>
          </a:solidFill>
          <a:latin typeface="+mn-lt"/>
          <a:ea typeface="+mn-ea"/>
          <a:cs typeface="+mn-cs"/>
        </a:defRPr>
      </a:lvl1pPr>
      <a:lvl2pPr marL="1194620" indent="-568867" algn="l" defTabSz="2844333" rtl="0" eaLnBrk="1" latinLnBrk="0" hangingPunct="1">
        <a:lnSpc>
          <a:spcPct val="90000"/>
        </a:lnSpc>
        <a:spcBef>
          <a:spcPts val="622"/>
        </a:spcBef>
        <a:spcAft>
          <a:spcPts val="1244"/>
        </a:spcAft>
        <a:buClr>
          <a:schemeClr val="accent1"/>
        </a:buClr>
        <a:buFont typeface="Calibri" pitchFamily="34" charset="0"/>
        <a:buChar char="◦"/>
        <a:defRPr sz="5599" kern="1200">
          <a:solidFill>
            <a:schemeClr val="tx1">
              <a:lumMod val="75000"/>
              <a:lumOff val="25000"/>
            </a:schemeClr>
          </a:solidFill>
          <a:latin typeface="+mn-lt"/>
          <a:ea typeface="+mn-ea"/>
          <a:cs typeface="+mn-cs"/>
        </a:defRPr>
      </a:lvl2pPr>
      <a:lvl3pPr marL="1763486" indent="-568867" algn="l" defTabSz="2844333" rtl="0" eaLnBrk="1" latinLnBrk="0" hangingPunct="1">
        <a:lnSpc>
          <a:spcPct val="90000"/>
        </a:lnSpc>
        <a:spcBef>
          <a:spcPts val="622"/>
        </a:spcBef>
        <a:spcAft>
          <a:spcPts val="1244"/>
        </a:spcAft>
        <a:buClr>
          <a:schemeClr val="accent1"/>
        </a:buClr>
        <a:buFont typeface="Calibri" pitchFamily="34" charset="0"/>
        <a:buChar char="◦"/>
        <a:defRPr sz="4355" kern="1200">
          <a:solidFill>
            <a:schemeClr val="tx1">
              <a:lumMod val="75000"/>
              <a:lumOff val="25000"/>
            </a:schemeClr>
          </a:solidFill>
          <a:latin typeface="+mn-lt"/>
          <a:ea typeface="+mn-ea"/>
          <a:cs typeface="+mn-cs"/>
        </a:defRPr>
      </a:lvl3pPr>
      <a:lvl4pPr marL="2332353" indent="-568867" algn="l" defTabSz="2844333" rtl="0" eaLnBrk="1" latinLnBrk="0" hangingPunct="1">
        <a:lnSpc>
          <a:spcPct val="90000"/>
        </a:lnSpc>
        <a:spcBef>
          <a:spcPts val="622"/>
        </a:spcBef>
        <a:spcAft>
          <a:spcPts val="1244"/>
        </a:spcAft>
        <a:buClr>
          <a:schemeClr val="accent1"/>
        </a:buClr>
        <a:buFont typeface="Calibri" pitchFamily="34" charset="0"/>
        <a:buChar char="◦"/>
        <a:defRPr sz="4355" kern="1200">
          <a:solidFill>
            <a:schemeClr val="tx1">
              <a:lumMod val="75000"/>
              <a:lumOff val="25000"/>
            </a:schemeClr>
          </a:solidFill>
          <a:latin typeface="+mn-lt"/>
          <a:ea typeface="+mn-ea"/>
          <a:cs typeface="+mn-cs"/>
        </a:defRPr>
      </a:lvl4pPr>
      <a:lvl5pPr marL="2901219" indent="-568867" algn="l" defTabSz="2844333" rtl="0" eaLnBrk="1" latinLnBrk="0" hangingPunct="1">
        <a:lnSpc>
          <a:spcPct val="90000"/>
        </a:lnSpc>
        <a:spcBef>
          <a:spcPts val="622"/>
        </a:spcBef>
        <a:spcAft>
          <a:spcPts val="1244"/>
        </a:spcAft>
        <a:buClr>
          <a:schemeClr val="accent1"/>
        </a:buClr>
        <a:buFont typeface="Calibri" pitchFamily="34" charset="0"/>
        <a:buChar char="◦"/>
        <a:defRPr sz="4355" kern="1200">
          <a:solidFill>
            <a:schemeClr val="tx1">
              <a:lumMod val="75000"/>
              <a:lumOff val="25000"/>
            </a:schemeClr>
          </a:solidFill>
          <a:latin typeface="+mn-lt"/>
          <a:ea typeface="+mn-ea"/>
          <a:cs typeface="+mn-cs"/>
        </a:defRPr>
      </a:lvl5pPr>
      <a:lvl6pPr marL="3421660" indent="-711083" algn="l" defTabSz="2844333" rtl="0" eaLnBrk="1" latinLnBrk="0" hangingPunct="1">
        <a:lnSpc>
          <a:spcPct val="90000"/>
        </a:lnSpc>
        <a:spcBef>
          <a:spcPts val="622"/>
        </a:spcBef>
        <a:spcAft>
          <a:spcPts val="1244"/>
        </a:spcAft>
        <a:buClr>
          <a:schemeClr val="accent1"/>
        </a:buClr>
        <a:buFont typeface="Calibri" pitchFamily="34" charset="0"/>
        <a:buChar char="◦"/>
        <a:defRPr sz="4355" kern="1200">
          <a:solidFill>
            <a:schemeClr val="tx1">
              <a:lumMod val="75000"/>
              <a:lumOff val="25000"/>
            </a:schemeClr>
          </a:solidFill>
          <a:latin typeface="+mn-lt"/>
          <a:ea typeface="+mn-ea"/>
          <a:cs typeface="+mn-cs"/>
        </a:defRPr>
      </a:lvl6pPr>
      <a:lvl7pPr marL="4043780" indent="-711083" algn="l" defTabSz="2844333" rtl="0" eaLnBrk="1" latinLnBrk="0" hangingPunct="1">
        <a:lnSpc>
          <a:spcPct val="90000"/>
        </a:lnSpc>
        <a:spcBef>
          <a:spcPts val="622"/>
        </a:spcBef>
        <a:spcAft>
          <a:spcPts val="1244"/>
        </a:spcAft>
        <a:buClr>
          <a:schemeClr val="accent1"/>
        </a:buClr>
        <a:buFont typeface="Calibri" pitchFamily="34" charset="0"/>
        <a:buChar char="◦"/>
        <a:defRPr sz="4355" kern="1200">
          <a:solidFill>
            <a:schemeClr val="tx1">
              <a:lumMod val="75000"/>
              <a:lumOff val="25000"/>
            </a:schemeClr>
          </a:solidFill>
          <a:latin typeface="+mn-lt"/>
          <a:ea typeface="+mn-ea"/>
          <a:cs typeface="+mn-cs"/>
        </a:defRPr>
      </a:lvl7pPr>
      <a:lvl8pPr marL="4665900" indent="-711083" algn="l" defTabSz="2844333" rtl="0" eaLnBrk="1" latinLnBrk="0" hangingPunct="1">
        <a:lnSpc>
          <a:spcPct val="90000"/>
        </a:lnSpc>
        <a:spcBef>
          <a:spcPts val="622"/>
        </a:spcBef>
        <a:spcAft>
          <a:spcPts val="1244"/>
        </a:spcAft>
        <a:buClr>
          <a:schemeClr val="accent1"/>
        </a:buClr>
        <a:buFont typeface="Calibri" pitchFamily="34" charset="0"/>
        <a:buChar char="◦"/>
        <a:defRPr sz="4355" kern="1200">
          <a:solidFill>
            <a:schemeClr val="tx1">
              <a:lumMod val="75000"/>
              <a:lumOff val="25000"/>
            </a:schemeClr>
          </a:solidFill>
          <a:latin typeface="+mn-lt"/>
          <a:ea typeface="+mn-ea"/>
          <a:cs typeface="+mn-cs"/>
        </a:defRPr>
      </a:lvl8pPr>
      <a:lvl9pPr marL="5288020" indent="-711083" algn="l" defTabSz="2844333" rtl="0" eaLnBrk="1" latinLnBrk="0" hangingPunct="1">
        <a:lnSpc>
          <a:spcPct val="90000"/>
        </a:lnSpc>
        <a:spcBef>
          <a:spcPts val="622"/>
        </a:spcBef>
        <a:spcAft>
          <a:spcPts val="1244"/>
        </a:spcAft>
        <a:buClr>
          <a:schemeClr val="accent1"/>
        </a:buClr>
        <a:buFont typeface="Calibri" pitchFamily="34" charset="0"/>
        <a:buChar char="◦"/>
        <a:defRPr sz="4355" kern="1200">
          <a:solidFill>
            <a:schemeClr val="tx1">
              <a:lumMod val="75000"/>
              <a:lumOff val="25000"/>
            </a:schemeClr>
          </a:solidFill>
          <a:latin typeface="+mn-lt"/>
          <a:ea typeface="+mn-ea"/>
          <a:cs typeface="+mn-cs"/>
        </a:defRPr>
      </a:lvl9pPr>
    </p:bodyStyle>
    <p:otherStyle>
      <a:defPPr>
        <a:defRPr lang="en-US"/>
      </a:defPPr>
      <a:lvl1pPr marL="0" algn="l" defTabSz="2844333" rtl="0" eaLnBrk="1" latinLnBrk="0" hangingPunct="1">
        <a:defRPr sz="5599" kern="1200">
          <a:solidFill>
            <a:schemeClr val="tx1"/>
          </a:solidFill>
          <a:latin typeface="+mn-lt"/>
          <a:ea typeface="+mn-ea"/>
          <a:cs typeface="+mn-cs"/>
        </a:defRPr>
      </a:lvl1pPr>
      <a:lvl2pPr marL="1422166" algn="l" defTabSz="2844333" rtl="0" eaLnBrk="1" latinLnBrk="0" hangingPunct="1">
        <a:defRPr sz="5599" kern="1200">
          <a:solidFill>
            <a:schemeClr val="tx1"/>
          </a:solidFill>
          <a:latin typeface="+mn-lt"/>
          <a:ea typeface="+mn-ea"/>
          <a:cs typeface="+mn-cs"/>
        </a:defRPr>
      </a:lvl2pPr>
      <a:lvl3pPr marL="2844333" algn="l" defTabSz="2844333" rtl="0" eaLnBrk="1" latinLnBrk="0" hangingPunct="1">
        <a:defRPr sz="5599" kern="1200">
          <a:solidFill>
            <a:schemeClr val="tx1"/>
          </a:solidFill>
          <a:latin typeface="+mn-lt"/>
          <a:ea typeface="+mn-ea"/>
          <a:cs typeface="+mn-cs"/>
        </a:defRPr>
      </a:lvl3pPr>
      <a:lvl4pPr marL="4266499" algn="l" defTabSz="2844333" rtl="0" eaLnBrk="1" latinLnBrk="0" hangingPunct="1">
        <a:defRPr sz="5599" kern="1200">
          <a:solidFill>
            <a:schemeClr val="tx1"/>
          </a:solidFill>
          <a:latin typeface="+mn-lt"/>
          <a:ea typeface="+mn-ea"/>
          <a:cs typeface="+mn-cs"/>
        </a:defRPr>
      </a:lvl4pPr>
      <a:lvl5pPr marL="5688665" algn="l" defTabSz="2844333" rtl="0" eaLnBrk="1" latinLnBrk="0" hangingPunct="1">
        <a:defRPr sz="5599" kern="1200">
          <a:solidFill>
            <a:schemeClr val="tx1"/>
          </a:solidFill>
          <a:latin typeface="+mn-lt"/>
          <a:ea typeface="+mn-ea"/>
          <a:cs typeface="+mn-cs"/>
        </a:defRPr>
      </a:lvl5pPr>
      <a:lvl6pPr marL="7110832" algn="l" defTabSz="2844333" rtl="0" eaLnBrk="1" latinLnBrk="0" hangingPunct="1">
        <a:defRPr sz="5599" kern="1200">
          <a:solidFill>
            <a:schemeClr val="tx1"/>
          </a:solidFill>
          <a:latin typeface="+mn-lt"/>
          <a:ea typeface="+mn-ea"/>
          <a:cs typeface="+mn-cs"/>
        </a:defRPr>
      </a:lvl6pPr>
      <a:lvl7pPr marL="8532998" algn="l" defTabSz="2844333" rtl="0" eaLnBrk="1" latinLnBrk="0" hangingPunct="1">
        <a:defRPr sz="5599" kern="1200">
          <a:solidFill>
            <a:schemeClr val="tx1"/>
          </a:solidFill>
          <a:latin typeface="+mn-lt"/>
          <a:ea typeface="+mn-ea"/>
          <a:cs typeface="+mn-cs"/>
        </a:defRPr>
      </a:lvl7pPr>
      <a:lvl8pPr marL="9955164" algn="l" defTabSz="2844333" rtl="0" eaLnBrk="1" latinLnBrk="0" hangingPunct="1">
        <a:defRPr sz="5599" kern="1200">
          <a:solidFill>
            <a:schemeClr val="tx1"/>
          </a:solidFill>
          <a:latin typeface="+mn-lt"/>
          <a:ea typeface="+mn-ea"/>
          <a:cs typeface="+mn-cs"/>
        </a:defRPr>
      </a:lvl8pPr>
      <a:lvl9pPr marL="11377331" algn="l" defTabSz="2844333" rtl="0" eaLnBrk="1" latinLnBrk="0" hangingPunct="1">
        <a:defRPr sz="559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jpg"/><Relationship Id="rId2" Type="http://schemas.openxmlformats.org/officeDocument/2006/relationships/image" Target="../media/image1.jpg"/><Relationship Id="rId1" Type="http://schemas.openxmlformats.org/officeDocument/2006/relationships/slideLayout" Target="../slideLayouts/slideLayout7.xml"/><Relationship Id="rId6" Type="http://schemas.openxmlformats.org/officeDocument/2006/relationships/image" Target="../media/image5.jpg"/><Relationship Id="rId5" Type="http://schemas.openxmlformats.org/officeDocument/2006/relationships/image" Target="../media/image4.jpg"/><Relationship Id="rId4" Type="http://schemas.openxmlformats.org/officeDocument/2006/relationships/image" Target="../media/image3.jp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6111" y="194475"/>
            <a:ext cx="2857500" cy="2857500"/>
          </a:xfrm>
          <a:prstGeom prst="rect">
            <a:avLst/>
          </a:prstGeom>
        </p:spPr>
      </p:pic>
      <p:sp>
        <p:nvSpPr>
          <p:cNvPr id="5" name="Rounded Rectangle 4"/>
          <p:cNvSpPr/>
          <p:nvPr/>
        </p:nvSpPr>
        <p:spPr>
          <a:xfrm>
            <a:off x="4531264" y="245289"/>
            <a:ext cx="22707600" cy="3403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8800" b="1" dirty="0"/>
              <a:t>Fluid Mechanics</a:t>
            </a:r>
          </a:p>
          <a:p>
            <a:pPr algn="ctr"/>
            <a:r>
              <a:rPr lang="en-IN" sz="8800" b="1" dirty="0"/>
              <a:t>Project based Learning</a:t>
            </a:r>
          </a:p>
        </p:txBody>
      </p:sp>
      <p:sp>
        <p:nvSpPr>
          <p:cNvPr id="6" name="Rounded Rectangle 5"/>
          <p:cNvSpPr/>
          <p:nvPr/>
        </p:nvSpPr>
        <p:spPr>
          <a:xfrm>
            <a:off x="1121038" y="6561503"/>
            <a:ext cx="13658992" cy="7924800"/>
          </a:xfrm>
          <a:prstGeom prst="round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06000"/>
              </a:lnSpc>
              <a:spcAft>
                <a:spcPts val="800"/>
              </a:spcAft>
            </a:pPr>
            <a:endParaRPr lang="en-IN" sz="36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nSpc>
                <a:spcPct val="106000"/>
              </a:lnSpc>
              <a:spcAft>
                <a:spcPts val="800"/>
              </a:spcAft>
            </a:pPr>
            <a:endParaRPr lang="en-IN" sz="360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pPr>
              <a:lnSpc>
                <a:spcPct val="106000"/>
              </a:lnSpc>
              <a:spcAft>
                <a:spcPts val="800"/>
              </a:spcAft>
            </a:pPr>
            <a:r>
              <a:rPr lang="en-IN" sz="3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This model simulates the flow in a room.</a:t>
            </a:r>
            <a:endParaRPr lang="en-IN" sz="3600" dirty="0">
              <a:effectLst/>
              <a:latin typeface="Calibri" panose="020F0502020204030204" pitchFamily="34" charset="0"/>
              <a:ea typeface="Calibri" panose="020F0502020204030204" pitchFamily="34" charset="0"/>
              <a:cs typeface="Times New Roman" panose="02020603050405020304" pitchFamily="18" charset="0"/>
            </a:endParaRPr>
          </a:p>
          <a:p>
            <a:pPr algn="l"/>
            <a:r>
              <a:rPr lang="en-IN" sz="3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Using ANSYS FLUENT, </a:t>
            </a:r>
            <a:r>
              <a:rPr lang="en-IN" sz="360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analyze</a:t>
            </a:r>
            <a:r>
              <a:rPr lang="en-IN" sz="3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the flow in a room with </a:t>
            </a:r>
            <a:r>
              <a:rPr lang="en-IN" sz="3600">
                <a:solidFill>
                  <a:srgbClr val="000000"/>
                </a:solidFill>
                <a:effectLst/>
                <a:latin typeface="Calibri" panose="020F0502020204030204" pitchFamily="34" charset="0"/>
                <a:ea typeface="Calibri" panose="020F0502020204030204" pitchFamily="34" charset="0"/>
                <a:cs typeface="Calibri" panose="020F0502020204030204" pitchFamily="34" charset="0"/>
              </a:rPr>
              <a:t>air conditione</a:t>
            </a:r>
            <a:r>
              <a:rPr lang="en-IN" sz="3600">
                <a:solidFill>
                  <a:srgbClr val="000000"/>
                </a:solidFill>
                <a:latin typeface="Calibri" panose="020F0502020204030204" pitchFamily="34" charset="0"/>
                <a:ea typeface="Calibri" panose="020F0502020204030204" pitchFamily="34" charset="0"/>
                <a:cs typeface="Calibri" panose="020F0502020204030204" pitchFamily="34" charset="0"/>
              </a:rPr>
              <a:t>r </a:t>
            </a:r>
            <a:r>
              <a:rPr lang="en-GB" sz="3600" b="0" i="0">
                <a:solidFill>
                  <a:srgbClr val="000000"/>
                </a:solidFill>
                <a:effectLst/>
                <a:latin typeface="ff3"/>
              </a:rPr>
              <a:t>The </a:t>
            </a:r>
            <a:r>
              <a:rPr lang="en-GB" sz="3600" b="0" i="0" dirty="0">
                <a:solidFill>
                  <a:srgbClr val="000000"/>
                </a:solidFill>
                <a:effectLst/>
                <a:latin typeface="ff3"/>
              </a:rPr>
              <a:t>science which manages making a controlled in indoor space is alluded to as cooling. Prior days the cooling wind up regarded </a:t>
            </a:r>
          </a:p>
          <a:p>
            <a:pPr algn="l"/>
            <a:r>
              <a:rPr lang="en-GB" sz="3600" b="0" i="0" dirty="0">
                <a:solidFill>
                  <a:srgbClr val="000000"/>
                </a:solidFill>
                <a:effectLst/>
                <a:latin typeface="ff3"/>
              </a:rPr>
              <a:t>as a luxurious, anyway in gift situation because of substitute in natural conditions the cooling framework has risen as an integral </a:t>
            </a:r>
          </a:p>
          <a:p>
            <a:pPr algn="l"/>
            <a:r>
              <a:rPr lang="en-GB" sz="3600" b="0" i="0" dirty="0">
                <a:solidFill>
                  <a:srgbClr val="000000"/>
                </a:solidFill>
                <a:effectLst/>
                <a:latin typeface="ff3"/>
              </a:rPr>
              <a:t>part of human ways of life. In tropical and subtropical nations cooling by utilizing cooling is fundamental capacities of front-line </a:t>
            </a:r>
          </a:p>
          <a:p>
            <a:pPr algn="l"/>
            <a:r>
              <a:rPr lang="en-GB" sz="3600" b="0" i="0" dirty="0">
                <a:solidFill>
                  <a:srgbClr val="000000"/>
                </a:solidFill>
                <a:effectLst/>
                <a:latin typeface="ff3"/>
              </a:rPr>
              <a:t>advancement. In this manner, it is important to create present day cooling framework to meet the necessities comfort conditions</a:t>
            </a:r>
          </a:p>
          <a:p>
            <a:pPr>
              <a:lnSpc>
                <a:spcPct val="106000"/>
              </a:lnSpc>
              <a:spcAft>
                <a:spcPts val="800"/>
              </a:spcAft>
            </a:pPr>
            <a:endParaRPr lang="en-IN" sz="40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6000"/>
              </a:lnSpc>
              <a:spcAft>
                <a:spcPts val="800"/>
              </a:spcAft>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Rounded Rectangle 6"/>
          <p:cNvSpPr/>
          <p:nvPr/>
        </p:nvSpPr>
        <p:spPr>
          <a:xfrm>
            <a:off x="2715398" y="6665355"/>
            <a:ext cx="3631731" cy="914400"/>
          </a:xfrm>
          <a:prstGeom prst="round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400" dirty="0">
                <a:latin typeface="Times New Roman" panose="02020603050405020304" pitchFamily="18" charset="0"/>
                <a:cs typeface="Times New Roman" panose="02020603050405020304" pitchFamily="18" charset="0"/>
              </a:rPr>
              <a:t>  Introduction</a:t>
            </a:r>
            <a:endParaRPr lang="en-IN" sz="4400" dirty="0">
              <a:latin typeface="Times New Roman" panose="02020603050405020304" pitchFamily="18" charset="0"/>
              <a:cs typeface="Times New Roman" panose="02020603050405020304" pitchFamily="18" charset="0"/>
            </a:endParaRPr>
          </a:p>
        </p:txBody>
      </p:sp>
      <p:sp>
        <p:nvSpPr>
          <p:cNvPr id="12" name="Rounded Rectangle 11"/>
          <p:cNvSpPr/>
          <p:nvPr/>
        </p:nvSpPr>
        <p:spPr>
          <a:xfrm>
            <a:off x="15196725" y="6400800"/>
            <a:ext cx="11849195" cy="7924800"/>
          </a:xfrm>
          <a:prstGeom prst="roundRect">
            <a:avLst/>
          </a:prstGeom>
          <a:solidFill>
            <a:srgbClr val="EACC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800" dirty="0"/>
              <a:t>TEMPERATURE CONTOUR</a:t>
            </a:r>
          </a:p>
        </p:txBody>
      </p:sp>
      <p:sp>
        <p:nvSpPr>
          <p:cNvPr id="13" name="Rounded Rectangle 12"/>
          <p:cNvSpPr/>
          <p:nvPr/>
        </p:nvSpPr>
        <p:spPr>
          <a:xfrm>
            <a:off x="17006522" y="5943600"/>
            <a:ext cx="8229600" cy="914400"/>
          </a:xfrm>
          <a:prstGeom prst="roundRect">
            <a:avLst/>
          </a:prstGeom>
          <a:solidFill>
            <a:srgbClr val="F8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4400" dirty="0">
                <a:latin typeface="Times New Roman" panose="02020603050405020304" pitchFamily="18" charset="0"/>
                <a:cs typeface="Times New Roman" panose="02020603050405020304" pitchFamily="18" charset="0"/>
              </a:rPr>
              <a:t>Results</a:t>
            </a:r>
            <a:endParaRPr lang="en-IN" dirty="0">
              <a:latin typeface="Times New Roman" panose="02020603050405020304" pitchFamily="18" charset="0"/>
              <a:cs typeface="Times New Roman" panose="02020603050405020304" pitchFamily="18" charset="0"/>
            </a:endParaRPr>
          </a:p>
        </p:txBody>
      </p:sp>
      <p:sp>
        <p:nvSpPr>
          <p:cNvPr id="14" name="Rounded Rectangle 13"/>
          <p:cNvSpPr/>
          <p:nvPr/>
        </p:nvSpPr>
        <p:spPr>
          <a:xfrm>
            <a:off x="1309792" y="15055850"/>
            <a:ext cx="12288977" cy="7527290"/>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2800" dirty="0">
                <a:solidFill>
                  <a:schemeClr val="tx1">
                    <a:lumMod val="95000"/>
                    <a:lumOff val="5000"/>
                  </a:schemeClr>
                </a:solidFill>
                <a:latin typeface="Times New Roman" panose="02020603050405020304" pitchFamily="18" charset="0"/>
                <a:cs typeface="Times New Roman" panose="02020603050405020304" pitchFamily="18" charset="0"/>
              </a:rPr>
              <a:t>Increased Fuel consumption now-a-days is a great concern for customers as well as for carmakers. To overcome this problem carmakers often try to improve the aerodynamics of the car so that fuel consumption can be minimized. Aerodynamics can be improved by making design changes to the car or adding some aerodynamics components like spoilers, roof rails or vortex generator to the car. Components like vortex generators and spoilers offers great drag resistance and reduce the lift of the car. They also increases the mileage of a car. </a:t>
            </a:r>
          </a:p>
          <a:p>
            <a:pPr algn="just"/>
            <a:r>
              <a:rPr lang="en-US" sz="2800" dirty="0">
                <a:solidFill>
                  <a:schemeClr val="tx1">
                    <a:lumMod val="95000"/>
                    <a:lumOff val="5000"/>
                  </a:schemeClr>
                </a:solidFill>
                <a:latin typeface="Times New Roman"/>
                <a:cs typeface="Times New Roman"/>
              </a:rPr>
              <a:t>To increase fuel efficiency and performance to greater extent some design changes can be made to the existing designs of Spoilers and vortex generator. </a:t>
            </a:r>
            <a:endParaRPr lang="en-US" sz="2800" dirty="0">
              <a:solidFill>
                <a:schemeClr val="tx1">
                  <a:lumMod val="95000"/>
                  <a:lumOff val="5000"/>
                </a:schemeClr>
              </a:solidFill>
              <a:latin typeface="Times New Roman" panose="02020603050405020304" pitchFamily="18" charset="0"/>
              <a:cs typeface="Times New Roman" panose="02020603050405020304" pitchFamily="18" charset="0"/>
            </a:endParaRPr>
          </a:p>
          <a:p>
            <a:pPr algn="just"/>
            <a:r>
              <a:rPr lang="en-US" sz="2800" dirty="0">
                <a:solidFill>
                  <a:schemeClr val="tx1">
                    <a:lumMod val="95000"/>
                    <a:lumOff val="5000"/>
                  </a:schemeClr>
                </a:solidFill>
                <a:latin typeface="Times New Roman" panose="02020603050405020304" pitchFamily="18" charset="0"/>
                <a:cs typeface="Times New Roman" panose="02020603050405020304" pitchFamily="18" charset="0"/>
              </a:rPr>
              <a:t>Shapes can be modified to reduce the mass and to increase aerodynamics more effectively so that fuel consumption can decrease to a good extent even at higher speeds.  </a:t>
            </a:r>
          </a:p>
          <a:p>
            <a:pPr algn="ctr"/>
            <a:endParaRPr lang="en-IN" dirty="0"/>
          </a:p>
        </p:txBody>
      </p:sp>
      <p:sp>
        <p:nvSpPr>
          <p:cNvPr id="15" name="Rounded Rectangle 14"/>
          <p:cNvSpPr/>
          <p:nvPr/>
        </p:nvSpPr>
        <p:spPr>
          <a:xfrm>
            <a:off x="2248039" y="14605000"/>
            <a:ext cx="5353851" cy="914400"/>
          </a:xfrm>
          <a:prstGeom prst="round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000" b="1" dirty="0">
                <a:latin typeface="Times New Roman" panose="02020603050405020304" pitchFamily="18" charset="0"/>
                <a:cs typeface="Times New Roman" panose="02020603050405020304" pitchFamily="18" charset="0"/>
              </a:rPr>
              <a:t>Objective</a:t>
            </a:r>
            <a:endParaRPr lang="en-IN" sz="4000" dirty="0"/>
          </a:p>
        </p:txBody>
      </p:sp>
      <p:sp>
        <p:nvSpPr>
          <p:cNvPr id="16" name="Rounded Rectangle 15"/>
          <p:cNvSpPr/>
          <p:nvPr/>
        </p:nvSpPr>
        <p:spPr>
          <a:xfrm>
            <a:off x="14865396" y="15041990"/>
            <a:ext cx="11849195" cy="7755890"/>
          </a:xfrm>
          <a:prstGeom prst="roundRect">
            <a:avLst/>
          </a:prstGeom>
          <a:solidFill>
            <a:srgbClr val="D4D4E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800"/>
              <a:t>TEMPERATURE CONTOUR</a:t>
            </a:r>
            <a:endParaRPr lang="en-IN" sz="1800" dirty="0"/>
          </a:p>
        </p:txBody>
      </p:sp>
      <p:sp>
        <p:nvSpPr>
          <p:cNvPr id="17" name="Rounded Rectangle 16"/>
          <p:cNvSpPr/>
          <p:nvPr/>
        </p:nvSpPr>
        <p:spPr>
          <a:xfrm>
            <a:off x="17006522" y="14598650"/>
            <a:ext cx="8229600" cy="914400"/>
          </a:xfrm>
          <a:prstGeom prst="round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4400" dirty="0">
                <a:latin typeface="Times New Roman" panose="02020603050405020304" pitchFamily="18" charset="0"/>
                <a:cs typeface="Times New Roman" panose="02020603050405020304" pitchFamily="18" charset="0"/>
              </a:rPr>
              <a:t>Results</a:t>
            </a:r>
          </a:p>
        </p:txBody>
      </p:sp>
      <p:sp>
        <p:nvSpPr>
          <p:cNvPr id="18" name="Rounded Rectangle 17"/>
          <p:cNvSpPr/>
          <p:nvPr/>
        </p:nvSpPr>
        <p:spPr>
          <a:xfrm>
            <a:off x="1121038" y="23033990"/>
            <a:ext cx="12257839" cy="7047237"/>
          </a:xfrm>
          <a:prstGeom prst="roundRect">
            <a:avLst/>
          </a:prstGeom>
          <a:solidFill>
            <a:srgbClr val="F8E9B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lvl="0" indent="-342900" fontAlgn="base">
              <a:lnSpc>
                <a:spcPct val="106000"/>
              </a:lnSpc>
              <a:spcAft>
                <a:spcPts val="0"/>
              </a:spcAft>
              <a:tabLst>
                <a:tab pos="457200" algn="l"/>
              </a:tabLst>
            </a:pPr>
            <a:r>
              <a:rPr lang="en-IN" sz="2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*Check mesh. </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fontAlgn="base">
              <a:lnSpc>
                <a:spcPct val="106000"/>
              </a:lnSpc>
              <a:spcAft>
                <a:spcPts val="0"/>
              </a:spcAft>
              <a:tabLst>
                <a:tab pos="457200" algn="l"/>
              </a:tabLst>
            </a:pPr>
            <a:r>
              <a:rPr lang="en-IN" sz="2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*Display mesh. </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fontAlgn="base">
              <a:lnSpc>
                <a:spcPct val="106000"/>
              </a:lnSpc>
              <a:spcAft>
                <a:spcPts val="0"/>
              </a:spcAft>
              <a:tabLst>
                <a:tab pos="457200" algn="l"/>
              </a:tabLst>
            </a:pPr>
            <a:r>
              <a:rPr lang="en-IN" sz="2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*Use steady state pressure based solver. </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fontAlgn="base">
              <a:lnSpc>
                <a:spcPct val="106000"/>
              </a:lnSpc>
              <a:spcAft>
                <a:spcPts val="0"/>
              </a:spcAft>
              <a:tabLst>
                <a:tab pos="457200" algn="l"/>
              </a:tabLst>
            </a:pPr>
            <a:r>
              <a:rPr lang="en-IN" sz="2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*Make energy ON. Set viscous model. Use k-epsilon model. </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fontAlgn="base">
              <a:lnSpc>
                <a:spcPct val="106000"/>
              </a:lnSpc>
              <a:spcAft>
                <a:spcPts val="0"/>
              </a:spcAft>
              <a:tabLst>
                <a:tab pos="457200" algn="l"/>
              </a:tabLst>
            </a:pPr>
            <a:r>
              <a:rPr lang="en-IN" sz="2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*Set material properties. Use defaults. </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fontAlgn="base">
              <a:lnSpc>
                <a:spcPct val="106000"/>
              </a:lnSpc>
              <a:spcAft>
                <a:spcPts val="0"/>
              </a:spcAft>
              <a:tabLst>
                <a:tab pos="457200" algn="l"/>
              </a:tabLst>
            </a:pPr>
            <a:r>
              <a:rPr lang="en-IN" sz="2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*Define cell zone conditions. </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fontAlgn="base">
              <a:lnSpc>
                <a:spcPct val="106000"/>
              </a:lnSpc>
              <a:spcAft>
                <a:spcPts val="0"/>
              </a:spcAft>
              <a:tabLst>
                <a:tab pos="457200" algn="l"/>
              </a:tabLst>
            </a:pPr>
            <a:r>
              <a:rPr lang="en-IN" sz="2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*Define boundary conditions. Set inlet as Velocity-Inlet with Velocity</a:t>
            </a:r>
          </a:p>
          <a:p>
            <a:pPr marL="342900" lvl="0" indent="-342900" fontAlgn="base">
              <a:lnSpc>
                <a:spcPct val="106000"/>
              </a:lnSpc>
              <a:spcAft>
                <a:spcPts val="0"/>
              </a:spcAft>
              <a:tabLst>
                <a:tab pos="457200" algn="l"/>
              </a:tabLst>
            </a:pPr>
            <a:r>
              <a:rPr lang="en-IN" sz="2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Magnitude of 3 m/</a:t>
            </a:r>
            <a:r>
              <a:rPr lang="en-IN" sz="2800"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s.Set</a:t>
            </a:r>
            <a:r>
              <a:rPr lang="en-IN" sz="2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Turbulence Specification Method to Intensity and </a:t>
            </a:r>
          </a:p>
          <a:p>
            <a:pPr marL="342900" lvl="0" indent="-342900" fontAlgn="base">
              <a:lnSpc>
                <a:spcPct val="106000"/>
              </a:lnSpc>
              <a:spcAft>
                <a:spcPts val="0"/>
              </a:spcAft>
              <a:tabLst>
                <a:tab pos="457200" algn="l"/>
              </a:tabLst>
            </a:pPr>
            <a:r>
              <a:rPr lang="en-IN" sz="2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Viscosity Ratio with values of 1 and 5 resp. Set Temperature to 283K. Set outlet</a:t>
            </a:r>
          </a:p>
          <a:p>
            <a:pPr marL="342900" lvl="0" indent="-342900" fontAlgn="base">
              <a:lnSpc>
                <a:spcPct val="106000"/>
              </a:lnSpc>
              <a:spcAft>
                <a:spcPts val="0"/>
              </a:spcAft>
              <a:tabLst>
                <a:tab pos="457200" algn="l"/>
              </a:tabLst>
            </a:pPr>
            <a:r>
              <a:rPr lang="en-IN" sz="2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zone type to Pressure-Outlet. Set Turbulence Specification Method to Intensity  </a:t>
            </a:r>
          </a:p>
          <a:p>
            <a:pPr marL="342900" lvl="0" indent="-342900" fontAlgn="base">
              <a:lnSpc>
                <a:spcPct val="106000"/>
              </a:lnSpc>
              <a:spcAft>
                <a:spcPts val="0"/>
              </a:spcAft>
              <a:tabLst>
                <a:tab pos="457200" algn="l"/>
              </a:tabLst>
            </a:pPr>
            <a:r>
              <a:rPr lang="en-IN" sz="2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and Viscosity Ratio with values of 1 and 5 resp. Set Temperature to 300K. For </a:t>
            </a:r>
          </a:p>
          <a:p>
            <a:pPr marL="342900" lvl="0" indent="-342900" fontAlgn="base">
              <a:lnSpc>
                <a:spcPct val="106000"/>
              </a:lnSpc>
              <a:spcAft>
                <a:spcPts val="0"/>
              </a:spcAft>
              <a:tabLst>
                <a:tab pos="457200" algn="l"/>
              </a:tabLst>
            </a:pPr>
            <a:r>
              <a:rPr lang="en-IN" sz="2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zone walls1, set Convection Thermal Condition with HTC as 5 </a:t>
            </a:r>
          </a:p>
          <a:p>
            <a:pPr marL="342900" lvl="0" indent="-342900" fontAlgn="base">
              <a:lnSpc>
                <a:spcPct val="106000"/>
              </a:lnSpc>
              <a:spcAft>
                <a:spcPts val="0"/>
              </a:spcAft>
              <a:tabLst>
                <a:tab pos="457200" algn="l"/>
              </a:tabLst>
            </a:pPr>
            <a:r>
              <a:rPr lang="en-IN" sz="2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w/m2-k. </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fontAlgn="base">
              <a:lnSpc>
                <a:spcPct val="106000"/>
              </a:lnSpc>
              <a:spcAft>
                <a:spcPts val="800"/>
              </a:spcAft>
              <a:tabLst>
                <a:tab pos="457200" algn="l"/>
              </a:tabLst>
            </a:pPr>
            <a:r>
              <a:rPr lang="en-IN" sz="2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*Define operating conditions. Set Gravity as -9.81 m/s2 in Z direction.  </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9" name="Rounded Rectangle 18"/>
          <p:cNvSpPr/>
          <p:nvPr/>
        </p:nvSpPr>
        <p:spPr>
          <a:xfrm>
            <a:off x="4904390" y="23205215"/>
            <a:ext cx="5353851" cy="914400"/>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000" b="1" dirty="0">
                <a:latin typeface="Times New Roman" panose="02020603050405020304" pitchFamily="18" charset="0"/>
                <a:cs typeface="Times New Roman" panose="02020603050405020304" pitchFamily="18" charset="0"/>
              </a:rPr>
              <a:t>Physics set up</a:t>
            </a:r>
            <a:endParaRPr lang="en-IN" sz="4000" dirty="0"/>
          </a:p>
        </p:txBody>
      </p:sp>
      <p:sp>
        <p:nvSpPr>
          <p:cNvPr id="20" name="Rounded Rectangle 19"/>
          <p:cNvSpPr/>
          <p:nvPr/>
        </p:nvSpPr>
        <p:spPr>
          <a:xfrm>
            <a:off x="1255308" y="31263590"/>
            <a:ext cx="12693163" cy="6451600"/>
          </a:xfrm>
          <a:prstGeom prst="roundRect">
            <a:avLst/>
          </a:prstGeom>
          <a:solidFill>
            <a:srgbClr val="FF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800" dirty="0"/>
          </a:p>
        </p:txBody>
      </p:sp>
      <p:sp>
        <p:nvSpPr>
          <p:cNvPr id="21" name="Rounded Rectangle 20"/>
          <p:cNvSpPr/>
          <p:nvPr/>
        </p:nvSpPr>
        <p:spPr>
          <a:xfrm>
            <a:off x="2387912" y="30406240"/>
            <a:ext cx="5213978" cy="857349"/>
          </a:xfrm>
          <a:prstGeom prst="roundRect">
            <a:avLst/>
          </a:prstGeom>
          <a:solidFill>
            <a:srgbClr val="FF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4000" dirty="0"/>
              <a:t>Numerical solution</a:t>
            </a:r>
          </a:p>
        </p:txBody>
      </p:sp>
      <p:sp>
        <p:nvSpPr>
          <p:cNvPr id="22" name="Rounded Rectangle 21"/>
          <p:cNvSpPr/>
          <p:nvPr/>
        </p:nvSpPr>
        <p:spPr>
          <a:xfrm>
            <a:off x="14868345" y="23406938"/>
            <a:ext cx="11849195" cy="6385617"/>
          </a:xfrm>
          <a:prstGeom prst="roundRect">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Rounded Rectangle 22"/>
          <p:cNvSpPr/>
          <p:nvPr/>
        </p:nvSpPr>
        <p:spPr>
          <a:xfrm>
            <a:off x="16539160" y="23441193"/>
            <a:ext cx="8229600" cy="914400"/>
          </a:xfrm>
          <a:prstGeom prst="round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4400" dirty="0">
                <a:latin typeface="Times New Roman" panose="02020603050405020304" pitchFamily="18" charset="0"/>
                <a:cs typeface="Times New Roman" panose="02020603050405020304" pitchFamily="18" charset="0"/>
              </a:rPr>
              <a:t>Results</a:t>
            </a:r>
          </a:p>
        </p:txBody>
      </p:sp>
      <p:sp>
        <p:nvSpPr>
          <p:cNvPr id="24" name="Rounded Rectangle 23"/>
          <p:cNvSpPr/>
          <p:nvPr/>
        </p:nvSpPr>
        <p:spPr>
          <a:xfrm>
            <a:off x="15101991" y="31553940"/>
            <a:ext cx="11849195" cy="5994400"/>
          </a:xfrm>
          <a:prstGeom prst="roundRect">
            <a:avLst/>
          </a:prstGeom>
          <a:solidFill>
            <a:srgbClr val="FFFF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Rounded Rectangle 24"/>
          <p:cNvSpPr/>
          <p:nvPr/>
        </p:nvSpPr>
        <p:spPr>
          <a:xfrm>
            <a:off x="17061945" y="31654943"/>
            <a:ext cx="8229600" cy="914400"/>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4800" dirty="0">
                <a:solidFill>
                  <a:schemeClr val="tx1"/>
                </a:solidFill>
                <a:latin typeface="Times New Roman" panose="02020603050405020304" pitchFamily="18" charset="0"/>
                <a:cs typeface="Times New Roman" panose="02020603050405020304" pitchFamily="18" charset="0"/>
              </a:rPr>
              <a:t>Results</a:t>
            </a:r>
          </a:p>
        </p:txBody>
      </p:sp>
      <p:sp>
        <p:nvSpPr>
          <p:cNvPr id="3" name="TextBox 2">
            <a:extLst>
              <a:ext uri="{FF2B5EF4-FFF2-40B4-BE49-F238E27FC236}">
                <a16:creationId xmlns:a16="http://schemas.microsoft.com/office/drawing/2014/main" id="{926C7247-C33B-47E5-89A5-09F21B3D8D3C}"/>
              </a:ext>
            </a:extLst>
          </p:cNvPr>
          <p:cNvSpPr txBox="1"/>
          <p:nvPr/>
        </p:nvSpPr>
        <p:spPr>
          <a:xfrm>
            <a:off x="1489566" y="39873740"/>
            <a:ext cx="26479595" cy="5940088"/>
          </a:xfrm>
          <a:prstGeom prst="rect">
            <a:avLst/>
          </a:prstGeom>
          <a:noFill/>
        </p:spPr>
        <p:txBody>
          <a:bodyPr wrap="square" rtlCol="0">
            <a:spAutoFit/>
          </a:bodyPr>
          <a:lstStyle/>
          <a:p>
            <a:r>
              <a:rPr lang="en-US" sz="6000" b="1" dirty="0"/>
              <a:t>Team Member                                                                                  Instructor</a:t>
            </a:r>
          </a:p>
          <a:p>
            <a:r>
              <a:rPr lang="en-US" sz="6000" dirty="0"/>
              <a:t>1.   SHAH ABDUL ALEEM</a:t>
            </a:r>
            <a:r>
              <a:rPr lang="en-US" sz="6000" b="1" dirty="0"/>
              <a:t>                                                    </a:t>
            </a:r>
            <a:r>
              <a:rPr lang="en-US" sz="8000" b="1" dirty="0"/>
              <a:t>Mr. Faisal Shameem</a:t>
            </a:r>
          </a:p>
          <a:p>
            <a:r>
              <a:rPr lang="en-US" sz="6000" dirty="0"/>
              <a:t>2 .  SHOAIB AKHTAR ANSARI</a:t>
            </a:r>
          </a:p>
          <a:p>
            <a:endParaRPr lang="en-US" sz="6000" dirty="0"/>
          </a:p>
          <a:p>
            <a:endParaRPr lang="en-US" sz="6000" dirty="0"/>
          </a:p>
          <a:p>
            <a:endParaRPr lang="en-US" sz="6000" dirty="0"/>
          </a:p>
        </p:txBody>
      </p:sp>
      <p:sp>
        <p:nvSpPr>
          <p:cNvPr id="9" name="TextBox 8">
            <a:extLst>
              <a:ext uri="{FF2B5EF4-FFF2-40B4-BE49-F238E27FC236}">
                <a16:creationId xmlns:a16="http://schemas.microsoft.com/office/drawing/2014/main" id="{FAAC1B69-6245-4A1F-951A-9268473F7BC7}"/>
              </a:ext>
            </a:extLst>
          </p:cNvPr>
          <p:cNvSpPr txBox="1"/>
          <p:nvPr/>
        </p:nvSpPr>
        <p:spPr>
          <a:xfrm>
            <a:off x="2331166" y="4069373"/>
            <a:ext cx="24703148" cy="1015663"/>
          </a:xfrm>
          <a:prstGeom prst="rect">
            <a:avLst/>
          </a:prstGeom>
          <a:noFill/>
        </p:spPr>
        <p:txBody>
          <a:bodyPr wrap="square" rtlCol="0">
            <a:spAutoFit/>
          </a:bodyPr>
          <a:lstStyle/>
          <a:p>
            <a:r>
              <a:rPr lang="en-US" sz="6000" dirty="0"/>
              <a:t>Topic: AIR CONDITIONER IN </a:t>
            </a:r>
            <a:r>
              <a:rPr lang="en-US" sz="6000"/>
              <a:t>A ROOM</a:t>
            </a:r>
            <a:endParaRPr lang="en-US" sz="6000" dirty="0"/>
          </a:p>
        </p:txBody>
      </p:sp>
      <p:sp>
        <p:nvSpPr>
          <p:cNvPr id="10" name="TextBox 9">
            <a:extLst>
              <a:ext uri="{FF2B5EF4-FFF2-40B4-BE49-F238E27FC236}">
                <a16:creationId xmlns:a16="http://schemas.microsoft.com/office/drawing/2014/main" id="{0D18AC2A-6E67-45E9-B434-15FA549192E7}"/>
              </a:ext>
            </a:extLst>
          </p:cNvPr>
          <p:cNvSpPr txBox="1"/>
          <p:nvPr/>
        </p:nvSpPr>
        <p:spPr>
          <a:xfrm>
            <a:off x="2248039" y="38450520"/>
            <a:ext cx="24990825" cy="1015663"/>
          </a:xfrm>
          <a:prstGeom prst="rect">
            <a:avLst/>
          </a:prstGeom>
          <a:noFill/>
        </p:spPr>
        <p:txBody>
          <a:bodyPr wrap="square" rtlCol="0">
            <a:spAutoFit/>
          </a:bodyPr>
          <a:lstStyle/>
          <a:p>
            <a:pPr algn="ctr"/>
            <a:r>
              <a:rPr lang="en-US" sz="6000" b="1" dirty="0"/>
              <a:t>Dept. Of Mechanical Eng., </a:t>
            </a:r>
            <a:r>
              <a:rPr lang="en-US" sz="6000" b="1" dirty="0" err="1"/>
              <a:t>Galgotias</a:t>
            </a:r>
            <a:r>
              <a:rPr lang="en-US" sz="6000" b="1" dirty="0"/>
              <a:t> University  </a:t>
            </a:r>
          </a:p>
        </p:txBody>
      </p:sp>
      <p:pic>
        <p:nvPicPr>
          <p:cNvPr id="36" name="Picture 35">
            <a:extLst>
              <a:ext uri="{FF2B5EF4-FFF2-40B4-BE49-F238E27FC236}">
                <a16:creationId xmlns:a16="http://schemas.microsoft.com/office/drawing/2014/main" id="{1587864F-3DC1-4D66-AEC7-9B1E2F6429AA}"/>
              </a:ext>
            </a:extLst>
          </p:cNvPr>
          <p:cNvPicPr/>
          <p:nvPr/>
        </p:nvPicPr>
        <p:blipFill>
          <a:blip r:embed="rId3">
            <a:extLst>
              <a:ext uri="{28A0092B-C50C-407E-A947-70E740481C1C}">
                <a14:useLocalDpi xmlns:a14="http://schemas.microsoft.com/office/drawing/2010/main" val="0"/>
              </a:ext>
            </a:extLst>
          </a:blip>
          <a:stretch>
            <a:fillRect/>
          </a:stretch>
        </p:blipFill>
        <p:spPr>
          <a:xfrm>
            <a:off x="3097175" y="31444704"/>
            <a:ext cx="8714208" cy="6089371"/>
          </a:xfrm>
          <a:prstGeom prst="rect">
            <a:avLst/>
          </a:prstGeom>
        </p:spPr>
      </p:pic>
      <p:pic>
        <p:nvPicPr>
          <p:cNvPr id="39" name="Picture 38">
            <a:extLst>
              <a:ext uri="{FF2B5EF4-FFF2-40B4-BE49-F238E27FC236}">
                <a16:creationId xmlns:a16="http://schemas.microsoft.com/office/drawing/2014/main" id="{21E38981-355A-46C2-8EF5-727081EBE8D2}"/>
              </a:ext>
            </a:extLst>
          </p:cNvPr>
          <p:cNvPicPr/>
          <p:nvPr/>
        </p:nvPicPr>
        <p:blipFill rotWithShape="1">
          <a:blip r:embed="rId4">
            <a:extLst>
              <a:ext uri="{28A0092B-C50C-407E-A947-70E740481C1C}">
                <a14:useLocalDpi xmlns:a14="http://schemas.microsoft.com/office/drawing/2010/main" val="0"/>
              </a:ext>
            </a:extLst>
          </a:blip>
          <a:srcRect l="19663" t="7971" r="31179" b="6645"/>
          <a:stretch/>
        </p:blipFill>
        <p:spPr>
          <a:xfrm>
            <a:off x="17179697" y="32678058"/>
            <a:ext cx="8056425" cy="4856017"/>
          </a:xfrm>
          <a:prstGeom prst="rect">
            <a:avLst/>
          </a:prstGeom>
        </p:spPr>
      </p:pic>
      <p:pic>
        <p:nvPicPr>
          <p:cNvPr id="40" name="Picture 39">
            <a:extLst>
              <a:ext uri="{FF2B5EF4-FFF2-40B4-BE49-F238E27FC236}">
                <a16:creationId xmlns:a16="http://schemas.microsoft.com/office/drawing/2014/main" id="{FA5FFD5F-D67B-4B28-9E04-ED585C22BF70}"/>
              </a:ext>
            </a:extLst>
          </p:cNvPr>
          <p:cNvPicPr/>
          <p:nvPr/>
        </p:nvPicPr>
        <p:blipFill rotWithShape="1">
          <a:blip r:embed="rId5">
            <a:extLst>
              <a:ext uri="{28A0092B-C50C-407E-A947-70E740481C1C}">
                <a14:useLocalDpi xmlns:a14="http://schemas.microsoft.com/office/drawing/2010/main" val="0"/>
              </a:ext>
            </a:extLst>
          </a:blip>
          <a:srcRect r="22578"/>
          <a:stretch/>
        </p:blipFill>
        <p:spPr>
          <a:xfrm>
            <a:off x="15979798" y="15826852"/>
            <a:ext cx="10175336" cy="6488323"/>
          </a:xfrm>
          <a:prstGeom prst="rect">
            <a:avLst/>
          </a:prstGeom>
        </p:spPr>
      </p:pic>
      <p:pic>
        <p:nvPicPr>
          <p:cNvPr id="41" name="Picture 40">
            <a:extLst>
              <a:ext uri="{FF2B5EF4-FFF2-40B4-BE49-F238E27FC236}">
                <a16:creationId xmlns:a16="http://schemas.microsoft.com/office/drawing/2014/main" id="{A02996A9-DBD2-45F1-BE05-1C9BAD99B520}"/>
              </a:ext>
            </a:extLst>
          </p:cNvPr>
          <p:cNvPicPr/>
          <p:nvPr/>
        </p:nvPicPr>
        <p:blipFill rotWithShape="1">
          <a:blip r:embed="rId6">
            <a:extLst>
              <a:ext uri="{28A0092B-C50C-407E-A947-70E740481C1C}">
                <a14:useLocalDpi xmlns:a14="http://schemas.microsoft.com/office/drawing/2010/main" val="0"/>
              </a:ext>
            </a:extLst>
          </a:blip>
          <a:srcRect r="22767" b="1522"/>
          <a:stretch/>
        </p:blipFill>
        <p:spPr>
          <a:xfrm>
            <a:off x="15979798" y="7724267"/>
            <a:ext cx="10175336" cy="6096588"/>
          </a:xfrm>
          <a:prstGeom prst="rect">
            <a:avLst/>
          </a:prstGeom>
        </p:spPr>
      </p:pic>
      <p:sp>
        <p:nvSpPr>
          <p:cNvPr id="8" name="TextBox 7">
            <a:extLst>
              <a:ext uri="{FF2B5EF4-FFF2-40B4-BE49-F238E27FC236}">
                <a16:creationId xmlns:a16="http://schemas.microsoft.com/office/drawing/2014/main" id="{687AC77A-2A41-4AC7-A40A-A1B51581DA5D}"/>
              </a:ext>
            </a:extLst>
          </p:cNvPr>
          <p:cNvSpPr txBox="1"/>
          <p:nvPr/>
        </p:nvSpPr>
        <p:spPr>
          <a:xfrm rot="16200000">
            <a:off x="11254178" y="24802090"/>
            <a:ext cx="8619164" cy="769441"/>
          </a:xfrm>
          <a:prstGeom prst="rect">
            <a:avLst/>
          </a:prstGeom>
          <a:noFill/>
        </p:spPr>
        <p:txBody>
          <a:bodyPr wrap="square" rtlCol="0">
            <a:spAutoFit/>
          </a:bodyPr>
          <a:lstStyle/>
          <a:p>
            <a:r>
              <a:rPr lang="en-IN" sz="4400" dirty="0"/>
              <a:t>TEMPERATURE CONTOUR</a:t>
            </a:r>
          </a:p>
        </p:txBody>
      </p:sp>
      <p:sp>
        <p:nvSpPr>
          <p:cNvPr id="42" name="TextBox 41">
            <a:extLst>
              <a:ext uri="{FF2B5EF4-FFF2-40B4-BE49-F238E27FC236}">
                <a16:creationId xmlns:a16="http://schemas.microsoft.com/office/drawing/2014/main" id="{D108186C-2EF6-4744-BFFD-B87296BCCC86}"/>
              </a:ext>
            </a:extLst>
          </p:cNvPr>
          <p:cNvSpPr txBox="1"/>
          <p:nvPr/>
        </p:nvSpPr>
        <p:spPr>
          <a:xfrm rot="16200000">
            <a:off x="8919361" y="29513204"/>
            <a:ext cx="14216062" cy="830997"/>
          </a:xfrm>
          <a:prstGeom prst="rect">
            <a:avLst/>
          </a:prstGeom>
          <a:noFill/>
        </p:spPr>
        <p:txBody>
          <a:bodyPr wrap="square">
            <a:spAutoFit/>
          </a:bodyPr>
          <a:lstStyle/>
          <a:p>
            <a:r>
              <a:rPr lang="en-IN" sz="4800" dirty="0"/>
              <a:t>VELOCITY CONTOUR</a:t>
            </a:r>
          </a:p>
        </p:txBody>
      </p:sp>
      <p:sp>
        <p:nvSpPr>
          <p:cNvPr id="44" name="TextBox 43">
            <a:extLst>
              <a:ext uri="{FF2B5EF4-FFF2-40B4-BE49-F238E27FC236}">
                <a16:creationId xmlns:a16="http://schemas.microsoft.com/office/drawing/2014/main" id="{4D5D924D-CB9D-4BDE-A457-DAAB99472FEC}"/>
              </a:ext>
            </a:extLst>
          </p:cNvPr>
          <p:cNvSpPr txBox="1"/>
          <p:nvPr/>
        </p:nvSpPr>
        <p:spPr>
          <a:xfrm>
            <a:off x="19649709" y="6898532"/>
            <a:ext cx="4314825" cy="769441"/>
          </a:xfrm>
          <a:prstGeom prst="rect">
            <a:avLst/>
          </a:prstGeom>
          <a:noFill/>
        </p:spPr>
        <p:txBody>
          <a:bodyPr wrap="square" rtlCol="0">
            <a:spAutoFit/>
          </a:bodyPr>
          <a:lstStyle/>
          <a:p>
            <a:r>
              <a:rPr lang="en-IN" sz="4400" dirty="0"/>
              <a:t>PATHLINES</a:t>
            </a:r>
          </a:p>
        </p:txBody>
      </p:sp>
      <p:pic>
        <p:nvPicPr>
          <p:cNvPr id="31" name="Picture 30">
            <a:extLst>
              <a:ext uri="{FF2B5EF4-FFF2-40B4-BE49-F238E27FC236}">
                <a16:creationId xmlns:a16="http://schemas.microsoft.com/office/drawing/2014/main" id="{23D993DA-1BAF-47C6-90AF-FFAF0DD9DE64}"/>
              </a:ext>
            </a:extLst>
          </p:cNvPr>
          <p:cNvPicPr/>
          <p:nvPr/>
        </p:nvPicPr>
        <p:blipFill rotWithShape="1">
          <a:blip r:embed="rId7">
            <a:extLst>
              <a:ext uri="{28A0092B-C50C-407E-A947-70E740481C1C}">
                <a14:useLocalDpi xmlns:a14="http://schemas.microsoft.com/office/drawing/2010/main" val="0"/>
              </a:ext>
            </a:extLst>
          </a:blip>
          <a:srcRect l="827" t="7481" r="30074" b="5118"/>
          <a:stretch/>
        </p:blipFill>
        <p:spPr bwMode="auto">
          <a:xfrm>
            <a:off x="16115472" y="24518137"/>
            <a:ext cx="9553042" cy="4978256"/>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985454505"/>
      </p:ext>
    </p:extLst>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6B9F25"/>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D26EA377-59BD-4C9C-9D94-EE8416EE4C79}"/>
    </a:ext>
  </a:extLst>
</a:theme>
</file>

<file path=docProps/app.xml><?xml version="1.0" encoding="utf-8"?>
<Properties xmlns="http://schemas.openxmlformats.org/officeDocument/2006/extended-properties" xmlns:vt="http://schemas.openxmlformats.org/officeDocument/2006/docPropsVTypes">
  <Template>Retrospect</Template>
  <TotalTime>195</TotalTime>
  <Words>459</Words>
  <Application>Microsoft Office PowerPoint</Application>
  <PresentationFormat>Custom</PresentationFormat>
  <Paragraphs>45</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Calibri</vt:lpstr>
      <vt:lpstr>Calibri Light</vt:lpstr>
      <vt:lpstr>ff3</vt:lpstr>
      <vt:lpstr>Times New Roman</vt:lpstr>
      <vt:lpstr>Retrospect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Sartaj Anwar Khan</dc:creator>
  <cp:lastModifiedBy>aleem shah</cp:lastModifiedBy>
  <cp:revision>19</cp:revision>
  <dcterms:created xsi:type="dcterms:W3CDTF">2021-06-08T20:16:13Z</dcterms:created>
  <dcterms:modified xsi:type="dcterms:W3CDTF">2021-08-02T07:26:40Z</dcterms:modified>
</cp:coreProperties>
</file>