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5FE44-E0C9-45B9-A180-CFB4D7161C18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3F1E5-D9CE-48A0-A2FF-8829BB4E0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6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D1B007-7757-450E-B07D-76E5081B877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48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6B74-C550-B249-1570-951DB5D3C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2B872-9C0E-5AC6-DBAF-8F29EEECA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5D4C7-134B-49BA-BA79-4916730A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521E-6BDA-7B96-DBB9-9BEE4068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189D-9CDE-4638-67E9-79E2F672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7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FB1D-E9DB-BF49-CFB9-D4897DE5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DF55-C4F0-8B31-9CD1-AA9466D6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8FB8A-F30C-A4F7-1AEF-464F980A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80766-232D-6957-7EBA-BF231E2E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5C44-BB71-F1C9-06E1-72BB615A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2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2842-BB53-87D7-FBE7-D298E32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9D7FE-645A-B240-7A0F-5DA0EBBB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D2919-38D0-2C5E-D39E-8DA57F83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8FA3E-4D13-A2FA-740A-77EF2345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9BFD6-0312-CDC0-35FB-E9D89D05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5EA86-0A11-9F34-0146-6BBDD3D7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4BDF7-DAD5-57FD-4675-1C3AE6521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AE30B-9C91-E573-0FB2-FCAA5FA8E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D4067-7A21-9E81-8848-BDBACFE9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3468C-0566-8DCD-6F1E-B5396729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D9478-3EBD-5E5E-565F-169E820A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9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3449-A763-987A-12A9-3E939AA6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BFED6-0512-4BC5-46C4-AC0029E7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117A-AFA7-7170-2730-5D0EC43A3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E0EB9-A5E2-95B4-090B-43A3115C8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89F0C-F222-27AC-69DE-037AC4E7E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41C97-601B-F4FC-F5B8-E80DFFF2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816C1-2401-3632-686A-CE02EBBD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79724-B117-65C2-8E50-B6D7B3BD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1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AF6-6393-4BC6-00CB-15E7A366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9061FA-AF55-4765-B09F-F30DFF37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B89C9-A53F-FCCD-0E10-28326084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44835-1425-8153-1AB0-BA614E85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4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6DD62-D83D-2C78-AC88-1D04568D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5C054-A683-177D-C8AE-5CB51945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A85AF-8209-BE90-8C93-28B5E4FC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2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D02B-3E48-FFCC-DF1E-804D4A1A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13C3-4C9D-A398-6B70-F685E6A4F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D193E-039A-49E6-A0B4-7277FBA03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C7A46-C957-A03C-6121-23D924CF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75FF9-AFD1-9DCB-2355-7DB8982B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6A0-8C9B-E8B3-4FAE-0996B9E8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3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54C0-51F2-DBFE-906A-F1AE6644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CE6AD-0AC5-FA7F-848C-08B8A3B5C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3B22C-2D40-9FD9-9193-51EFF7375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AAF82-C64C-74A0-71E2-4254FEB12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67039-55AF-EE2B-08D6-6B1E394E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CB402-F7A3-3F4A-FD28-7EFEEA5D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9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9055-CC99-EC1E-41AC-15081986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7F1B3-240C-0818-BB21-CDDB84D8E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9E948-1ED8-52E0-8C13-35C28A2F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31DFF-1608-FCAA-9DC1-EB90069D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9F24A-A60A-F2B8-E39C-EC80E311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0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4F40A-A9C4-7362-D59E-613E416C0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09555-C10F-C280-2671-3ED8DCFCF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5CE39-8634-3848-672D-E8C06D1D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3DD72-B669-6D17-2478-2692655E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00D9-B755-2812-8127-DDBA5AB2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39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33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86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84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61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20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867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393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895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043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294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200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0950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198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649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29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25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FB4F0-E528-428D-9D87-007D7520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69FCD-1112-4D38-B7C2-7F9753E0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59A6B-6F61-49E1-AB57-EE2138FE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4EF5B96-4C8B-419C-B56E-CB192D100A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6334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A6A5DD2-589F-4818-8FFC-626CCBF78C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8650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8256EF0-1AE4-4A2C-833A-696429ED54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966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C894DD2-2348-4450-881E-7E4EBC97BA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82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6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8C5A-7ABE-4919-93C0-0D9E33C0C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8040" y="333054"/>
            <a:ext cx="7335921" cy="691118"/>
          </a:xfrm>
        </p:spPr>
        <p:txBody>
          <a:bodyPr>
            <a:normAutofit/>
          </a:bodyPr>
          <a:lstStyle>
            <a:lvl1pPr algn="ctr">
              <a:defRPr sz="5400" b="1"/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A42B-9D04-49A2-8FE2-3B201F28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F2CA-194E-4E64-8649-81384584209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B63D-048F-4445-9C3D-7DEBF1EC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4217-F973-4DE6-BE86-A2CABE76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FE7-5537-4176-BAD0-1BA98FC90E8E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9CE1A98F-261D-48B2-A44A-0C03EE9F13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45906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D0AA82E-ACAA-4DD4-94A4-4C9156C7E1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247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3CE0873-274D-4854-B44B-EE81B179C1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247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8817E144-40C1-45AC-A676-58D5F60DFC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45192" y="1031558"/>
            <a:ext cx="8305800" cy="625475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Add Some Brief Text Here As a Subtitle and Remember This is Just a Demo Text So Consider Replacing This With Your Own Information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F6BFA4EA-874F-4341-BED5-21D05560D5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739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  <p:sp>
        <p:nvSpPr>
          <p:cNvPr id="28" name="Picture Placeholder 30">
            <a:extLst>
              <a:ext uri="{FF2B5EF4-FFF2-40B4-BE49-F238E27FC236}">
                <a16:creationId xmlns:a16="http://schemas.microsoft.com/office/drawing/2014/main" id="{951A010E-C355-4D11-8B0A-BCA4F43E61E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09858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29" name="Text Placeholder 41">
            <a:extLst>
              <a:ext uri="{FF2B5EF4-FFF2-40B4-BE49-F238E27FC236}">
                <a16:creationId xmlns:a16="http://schemas.microsoft.com/office/drawing/2014/main" id="{057E9956-8649-47AE-92BB-68E60A03FA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8199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92F9FF1A-DFBB-4F53-B1DA-3948F0EB7D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8199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B338A0C4-BC94-4741-9ADE-D0FC5B8627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1691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  <p:sp>
        <p:nvSpPr>
          <p:cNvPr id="36" name="Picture Placeholder 30">
            <a:extLst>
              <a:ext uri="{FF2B5EF4-FFF2-40B4-BE49-F238E27FC236}">
                <a16:creationId xmlns:a16="http://schemas.microsoft.com/office/drawing/2014/main" id="{C6F26513-C595-41D2-A609-617034A7EEF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81759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B5167220-F2DE-4075-93A2-03F55BD052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00100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E76F1D0F-0878-4EC8-AD91-DB31A2202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00100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8DF7DC31-F76B-4C81-ABA1-033FEA4241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3592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</p:spTree>
    <p:extLst>
      <p:ext uri="{BB962C8B-B14F-4D97-AF65-F5344CB8AC3E}">
        <p14:creationId xmlns:p14="http://schemas.microsoft.com/office/powerpoint/2010/main" val="2654646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6CFAB-526D-4E7F-AC02-1BD8E11D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42998-DD8C-64D9-AA6D-30871878E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4EC0A-727E-0D24-B0E8-FBB6AD1D0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94DFF-4725-4041-8C2C-3AFE1F6E5FDB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1CBD6-0800-8C72-98C2-DB617015B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9A0C6-7A09-14B8-6212-A4E54388B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0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5C68CD7-D335-4E82-8529-CEAACD27A903}" type="datetimeFigureOut">
              <a:rPr lang="en-IN" smtClean="0"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628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27937D4-1B88-4D28-B208-E0ADD2A8C1FA}"/>
              </a:ext>
            </a:extLst>
          </p:cNvPr>
          <p:cNvGrpSpPr/>
          <p:nvPr/>
        </p:nvGrpSpPr>
        <p:grpSpPr>
          <a:xfrm rot="8100000">
            <a:off x="3459362" y="275596"/>
            <a:ext cx="2995077" cy="1306797"/>
            <a:chOff x="3909753" y="3162185"/>
            <a:chExt cx="4372494" cy="107079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62E24A-85A4-4A60-9874-4A7CAB795FC0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FDA8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402617-FDAD-463A-BD4B-364F99B1E2AA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58E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CEB94A-8A50-487C-BFB1-350EA864EE80}"/>
              </a:ext>
            </a:extLst>
          </p:cNvPr>
          <p:cNvGrpSpPr/>
          <p:nvPr/>
        </p:nvGrpSpPr>
        <p:grpSpPr>
          <a:xfrm rot="16200000">
            <a:off x="4577007" y="709479"/>
            <a:ext cx="3023779" cy="1293018"/>
            <a:chOff x="3909753" y="3162185"/>
            <a:chExt cx="4372494" cy="1070794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021502-A712-4431-BECE-5DEAE6920720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24A8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E05F514-3351-4360-8FEF-3349A53FE8F9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28B7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5833C2-2130-4E52-A3F2-ABCE331E88A2}"/>
              </a:ext>
            </a:extLst>
          </p:cNvPr>
          <p:cNvGrpSpPr/>
          <p:nvPr/>
        </p:nvGrpSpPr>
        <p:grpSpPr>
          <a:xfrm rot="2700000">
            <a:off x="5634890" y="264456"/>
            <a:ext cx="3023779" cy="1294391"/>
            <a:chOff x="3909753" y="3162185"/>
            <a:chExt cx="4372494" cy="1070794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2412F63-A45D-4F45-9580-08119A1E21D8}"/>
                </a:ext>
              </a:extLst>
            </p:cNvPr>
            <p:cNvSpPr/>
            <p:nvPr/>
          </p:nvSpPr>
          <p:spPr>
            <a:xfrm>
              <a:off x="3909753" y="3162185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D82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975F656-9A90-4920-BB48-B0F29BF2B37A}"/>
                </a:ext>
              </a:extLst>
            </p:cNvPr>
            <p:cNvSpPr/>
            <p:nvPr/>
          </p:nvSpPr>
          <p:spPr>
            <a:xfrm flipV="1">
              <a:off x="3909753" y="3697582"/>
              <a:ext cx="4372494" cy="535397"/>
            </a:xfrm>
            <a:custGeom>
              <a:avLst/>
              <a:gdLst>
                <a:gd name="connsiteX0" fmla="*/ 4372494 w 4372494"/>
                <a:gd name="connsiteY0" fmla="*/ 0 h 535397"/>
                <a:gd name="connsiteX1" fmla="*/ 4372494 w 4372494"/>
                <a:gd name="connsiteY1" fmla="*/ 535397 h 535397"/>
                <a:gd name="connsiteX2" fmla="*/ 0 w 4372494"/>
                <a:gd name="connsiteY2" fmla="*/ 535397 h 535397"/>
                <a:gd name="connsiteX3" fmla="*/ 0 w 4372494"/>
                <a:gd name="connsiteY3" fmla="*/ 0 h 535397"/>
                <a:gd name="connsiteX4" fmla="*/ 39384 w 4372494"/>
                <a:gd name="connsiteY4" fmla="*/ 14676 h 535397"/>
                <a:gd name="connsiteX5" fmla="*/ 2186247 w 4372494"/>
                <a:gd name="connsiteY5" fmla="*/ 245550 h 535397"/>
                <a:gd name="connsiteX6" fmla="*/ 4333110 w 4372494"/>
                <a:gd name="connsiteY6" fmla="*/ 14676 h 53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2494" h="535397">
                  <a:moveTo>
                    <a:pt x="4372494" y="0"/>
                  </a:moveTo>
                  <a:lnTo>
                    <a:pt x="4372494" y="535397"/>
                  </a:lnTo>
                  <a:lnTo>
                    <a:pt x="0" y="535397"/>
                  </a:lnTo>
                  <a:lnTo>
                    <a:pt x="0" y="0"/>
                  </a:lnTo>
                  <a:lnTo>
                    <a:pt x="39384" y="14676"/>
                  </a:lnTo>
                  <a:cubicBezTo>
                    <a:pt x="504652" y="153969"/>
                    <a:pt x="1292572" y="245550"/>
                    <a:pt x="2186247" y="245550"/>
                  </a:cubicBezTo>
                  <a:cubicBezTo>
                    <a:pt x="3079923" y="245550"/>
                    <a:pt x="3867843" y="153969"/>
                    <a:pt x="4333110" y="14676"/>
                  </a:cubicBezTo>
                  <a:close/>
                </a:path>
              </a:pathLst>
            </a:custGeom>
            <a:solidFill>
              <a:srgbClr val="BF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7637D665-4C34-43AC-835B-3C4CF668FF35}"/>
              </a:ext>
            </a:extLst>
          </p:cNvPr>
          <p:cNvSpPr/>
          <p:nvPr/>
        </p:nvSpPr>
        <p:spPr>
          <a:xfrm>
            <a:off x="4520840" y="-1126503"/>
            <a:ext cx="3136111" cy="3166165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3412A-9033-4BFF-8E20-3D75387D796D}"/>
              </a:ext>
            </a:extLst>
          </p:cNvPr>
          <p:cNvGrpSpPr/>
          <p:nvPr/>
        </p:nvGrpSpPr>
        <p:grpSpPr>
          <a:xfrm>
            <a:off x="3064914" y="1306809"/>
            <a:ext cx="1519674" cy="1534237"/>
            <a:chOff x="1965157" y="4479564"/>
            <a:chExt cx="1804738" cy="180473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10C90F3-9E34-479B-B26F-62B7027389BD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71F785-8D51-4A18-87B8-6583B67875EF}"/>
                </a:ext>
              </a:extLst>
            </p:cNvPr>
            <p:cNvSpPr/>
            <p:nvPr/>
          </p:nvSpPr>
          <p:spPr>
            <a:xfrm>
              <a:off x="2099508" y="4638264"/>
              <a:ext cx="1540044" cy="1487338"/>
            </a:xfrm>
            <a:prstGeom prst="ellipse">
              <a:avLst/>
            </a:prstGeom>
            <a:gradFill flip="none" rotWithShape="1">
              <a:gsLst>
                <a:gs pos="100000">
                  <a:srgbClr val="FEC148"/>
                </a:gs>
                <a:gs pos="0">
                  <a:srgbClr val="D58E0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ABEC56-61F4-4A3F-AA53-7D65D2DFC010}"/>
              </a:ext>
            </a:extLst>
          </p:cNvPr>
          <p:cNvGrpSpPr/>
          <p:nvPr/>
        </p:nvGrpSpPr>
        <p:grpSpPr>
          <a:xfrm>
            <a:off x="5329060" y="2105805"/>
            <a:ext cx="1519674" cy="1534237"/>
            <a:chOff x="5205649" y="4805381"/>
            <a:chExt cx="1716288" cy="17327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ED092D-D605-4579-BD21-13FAD5231F0D}"/>
                </a:ext>
              </a:extLst>
            </p:cNvPr>
            <p:cNvSpPr/>
            <p:nvPr/>
          </p:nvSpPr>
          <p:spPr>
            <a:xfrm>
              <a:off x="5205649" y="4805381"/>
              <a:ext cx="1716288" cy="1732736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2F8CE97-89AA-4B60-8166-C57CFD38D0B1}"/>
                </a:ext>
              </a:extLst>
            </p:cNvPr>
            <p:cNvSpPr/>
            <p:nvPr/>
          </p:nvSpPr>
          <p:spPr>
            <a:xfrm>
              <a:off x="5331509" y="4969327"/>
              <a:ext cx="1464568" cy="1428000"/>
            </a:xfrm>
            <a:prstGeom prst="ellipse">
              <a:avLst/>
            </a:prstGeom>
            <a:gradFill flip="none" rotWithShape="1">
              <a:gsLst>
                <a:gs pos="100000">
                  <a:srgbClr val="4FD9B2"/>
                </a:gs>
                <a:gs pos="0">
                  <a:srgbClr val="24A882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C8419F-E85B-4C3E-8B5F-39D359C24418}"/>
              </a:ext>
            </a:extLst>
          </p:cNvPr>
          <p:cNvGrpSpPr/>
          <p:nvPr/>
        </p:nvGrpSpPr>
        <p:grpSpPr>
          <a:xfrm>
            <a:off x="7607411" y="1306809"/>
            <a:ext cx="1519674" cy="1534237"/>
            <a:chOff x="8133347" y="4479564"/>
            <a:chExt cx="1804738" cy="180473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CACE1D5-2823-4C5F-96D0-B8BC358C9E52}"/>
                </a:ext>
              </a:extLst>
            </p:cNvPr>
            <p:cNvSpPr/>
            <p:nvPr/>
          </p:nvSpPr>
          <p:spPr>
            <a:xfrm>
              <a:off x="8133347" y="4479564"/>
              <a:ext cx="1804738" cy="1804738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473F644-818C-4596-9D89-E8DCCCF31CE5}"/>
                </a:ext>
              </a:extLst>
            </p:cNvPr>
            <p:cNvSpPr/>
            <p:nvPr/>
          </p:nvSpPr>
          <p:spPr>
            <a:xfrm>
              <a:off x="8265694" y="4638264"/>
              <a:ext cx="1540044" cy="1487338"/>
            </a:xfrm>
            <a:prstGeom prst="ellipse">
              <a:avLst/>
            </a:prstGeom>
            <a:gradFill flip="none" rotWithShape="1">
              <a:gsLst>
                <a:gs pos="100000">
                  <a:srgbClr val="E88484"/>
                </a:gs>
                <a:gs pos="0">
                  <a:srgbClr val="BF2323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B693D38C-F4AD-4F4B-886F-9B87B33C61E3}"/>
              </a:ext>
            </a:extLst>
          </p:cNvPr>
          <p:cNvSpPr txBox="1"/>
          <p:nvPr/>
        </p:nvSpPr>
        <p:spPr>
          <a:xfrm>
            <a:off x="4726163" y="334439"/>
            <a:ext cx="28528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CFD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6640E2-9882-46AF-850F-5738AFEC47F9}"/>
              </a:ext>
            </a:extLst>
          </p:cNvPr>
          <p:cNvSpPr txBox="1"/>
          <p:nvPr/>
        </p:nvSpPr>
        <p:spPr>
          <a:xfrm>
            <a:off x="3176158" y="1745476"/>
            <a:ext cx="1392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urostile BQ" pitchFamily="50" charset="0"/>
                <a:ea typeface="+mn-ea"/>
                <a:cs typeface="+mn-cs"/>
              </a:rPr>
              <a:t>Pre-processing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7738CF-17EA-46EB-BEEB-8C9FE36F74F8}"/>
              </a:ext>
            </a:extLst>
          </p:cNvPr>
          <p:cNvSpPr txBox="1"/>
          <p:nvPr/>
        </p:nvSpPr>
        <p:spPr>
          <a:xfrm>
            <a:off x="5398516" y="2577213"/>
            <a:ext cx="1392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Solving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stile BQ" pitchFamily="50" charset="0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ECA944-B66B-4760-98EB-9446749813D6}"/>
              </a:ext>
            </a:extLst>
          </p:cNvPr>
          <p:cNvSpPr txBox="1"/>
          <p:nvPr/>
        </p:nvSpPr>
        <p:spPr>
          <a:xfrm>
            <a:off x="7671077" y="1742427"/>
            <a:ext cx="1392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Post processing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stile BQ" pitchFamily="50" charset="0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922760-7EBD-4FE2-A3E1-84AB657A0209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3826439" y="2706132"/>
            <a:ext cx="0" cy="10317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E824F29-0677-43F1-B9A8-3A75E1AD62E9}"/>
              </a:ext>
            </a:extLst>
          </p:cNvPr>
          <p:cNvSpPr txBox="1"/>
          <p:nvPr/>
        </p:nvSpPr>
        <p:spPr>
          <a:xfrm>
            <a:off x="1513340" y="5791028"/>
            <a:ext cx="8933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d) stenosis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58FE9D-FBAA-4AE7-810D-160547E85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1431" y="4092948"/>
            <a:ext cx="2897548" cy="278388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C50424-AE22-4B07-A2DC-DE63683CB208}"/>
              </a:ext>
            </a:extLst>
          </p:cNvPr>
          <p:cNvCxnSpPr>
            <a:cxnSpLocks/>
            <a:stCxn id="32" idx="4"/>
            <a:endCxn id="11" idx="0"/>
          </p:cNvCxnSpPr>
          <p:nvPr/>
        </p:nvCxnSpPr>
        <p:spPr>
          <a:xfrm>
            <a:off x="6088897" y="3515381"/>
            <a:ext cx="41308" cy="57756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E613F38-95C5-47DA-B095-20181935E652}"/>
              </a:ext>
            </a:extLst>
          </p:cNvPr>
          <p:cNvSpPr txBox="1"/>
          <p:nvPr/>
        </p:nvSpPr>
        <p:spPr>
          <a:xfrm>
            <a:off x="2139623" y="6419968"/>
            <a:ext cx="7752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4D2274-E81C-4850-BFB9-3FD39AB18103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8367248" y="2706132"/>
            <a:ext cx="0" cy="113651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12A1014-1423-4271-A485-F2E1807147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2933" y="3737885"/>
            <a:ext cx="4542732" cy="27838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C317D0C-E82F-4D8B-9DE6-EA65C0231D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689" y="3842649"/>
            <a:ext cx="3937576" cy="267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25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43" grpId="0"/>
      <p:bldP spid="43" grpId="1"/>
      <p:bldP spid="45" grpId="0"/>
      <p:bldP spid="45" grpId="1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Eurostile BQ</vt:lpstr>
      <vt:lpstr>Open Sans Semibold</vt:lpstr>
      <vt:lpstr>Times New Roman</vt:lpstr>
      <vt:lpstr>Wingdings 3</vt:lpstr>
      <vt:lpstr>Office Theme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</dc:creator>
  <cp:lastModifiedBy>faisal</cp:lastModifiedBy>
  <cp:revision>1</cp:revision>
  <dcterms:created xsi:type="dcterms:W3CDTF">2022-06-27T05:38:21Z</dcterms:created>
  <dcterms:modified xsi:type="dcterms:W3CDTF">2022-06-27T05:39:58Z</dcterms:modified>
</cp:coreProperties>
</file>