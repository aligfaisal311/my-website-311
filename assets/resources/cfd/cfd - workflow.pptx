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4"/>
  </p:notesMasterIdLst>
  <p:sldIdLst>
    <p:sldId id="43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55FE44-E0C9-45B9-A180-CFB4D7161C18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03F1E5-D9CE-48A0-A2FF-8829BB4E0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663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F9A26C60-E4C2-4DF0-B186-8C3447B7CE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B6E4229-BC4C-4813-897A-75723F779DF7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9E13AD87-CA67-4CCB-B692-38B5770370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96761AB5-3B25-41AA-B748-07A7C971FD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30542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76B74-C550-B249-1570-951DB5D3CF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82B872-9C0E-5AC6-DBAF-8F29EEECAC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5D4C7-134B-49BA-BA79-4916730A1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94DFF-4725-4041-8C2C-3AFE1F6E5FDB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23521E-6BDA-7B96-DBB9-9BEE40689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B2189D-9CDE-4638-67E9-79E2F6720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7F405-590E-4FC2-BB72-475D4D4F1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576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BFB1D-E9DB-BF49-CFB9-D4897DE5B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2DF55-C4F0-8B31-9CD1-AA9466D68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28FB8A-F30C-A4F7-1AEF-464F980AF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94DFF-4725-4041-8C2C-3AFE1F6E5FDB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80766-232D-6957-7EBA-BF231E2E2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915C44-BB71-F1C9-06E1-72BB615A3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7F405-590E-4FC2-BB72-475D4D4F1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327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02842-BB53-87D7-FBE7-D298E32B4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9D7FE-645A-B240-7A0F-5DA0EBBB8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D2919-38D0-2C5E-D39E-8DA57F83F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94DFF-4725-4041-8C2C-3AFE1F6E5FDB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8FA3E-4D13-A2FA-740A-77EF23459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9BFD6-0312-CDC0-35FB-E9D89D055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7F405-590E-4FC2-BB72-475D4D4F1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4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5EA86-0A11-9F34-0146-6BBDD3D76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4BDF7-DAD5-57FD-4675-1C3AE6521C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EAE30B-9C91-E573-0FB2-FCAA5FA8EB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5D4067-7A21-9E81-8848-BDBACFE9F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94DFF-4725-4041-8C2C-3AFE1F6E5FDB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F3468C-0566-8DCD-6F1E-B53967298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9D9478-3EBD-5E5E-565F-169E820AF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7F405-590E-4FC2-BB72-475D4D4F1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994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B3449-A763-987A-12A9-3E939AA6C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DBFED6-0512-4BC5-46C4-AC0029E7E8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26117A-AFA7-7170-2730-5D0EC43A3A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FE0EB9-A5E2-95B4-090B-43A3115C85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089F0C-F222-27AC-69DE-037AC4E7E8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541C97-601B-F4FC-F5B8-E80DFFF29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94DFF-4725-4041-8C2C-3AFE1F6E5FDB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C816C1-2401-3632-686A-CE02EBBD2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A79724-B117-65C2-8E50-B6D7B3BD1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7F405-590E-4FC2-BB72-475D4D4F1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119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75AF6-6393-4BC6-00CB-15E7A366D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9061FA-AF55-4765-B09F-F30DFF37C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94DFF-4725-4041-8C2C-3AFE1F6E5FDB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DB89C9-A53F-FCCD-0E10-283260845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744835-1425-8153-1AB0-BA614E856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7F405-590E-4FC2-BB72-475D4D4F1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044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36DD62-D83D-2C78-AC88-1D04568D4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94DFF-4725-4041-8C2C-3AFE1F6E5FDB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25C054-A683-177D-C8AE-5CB519456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5A85AF-8209-BE90-8C93-28B5E4FC2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7F405-590E-4FC2-BB72-475D4D4F1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128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FD02B-3E48-FFCC-DF1E-804D4A1AC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A13C3-4C9D-A398-6B70-F685E6A4F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DD193E-039A-49E6-A0B4-7277FBA039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EC7A46-C957-A03C-6121-23D924CF0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94DFF-4725-4041-8C2C-3AFE1F6E5FDB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675FF9-AFD1-9DCB-2355-7DB8982B2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34C6A0-8C9B-E8B3-4FAE-0996B9E81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7F405-590E-4FC2-BB72-475D4D4F1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132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054C0-51F2-DBFE-906A-F1AE6644D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DCE6AD-0AC5-FA7F-848C-08B8A3B5CE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03B22C-2D40-9FD9-9193-51EFF73751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EAAF82-C64C-74A0-71E2-4254FEB12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94DFF-4725-4041-8C2C-3AFE1F6E5FDB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667039-55AF-EE2B-08D6-6B1E394E6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7CB402-F7A3-3F4A-FD28-7EFEEA5DC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7F405-590E-4FC2-BB72-475D4D4F1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599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19055-CC99-EC1E-41AC-15081986E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27F1B3-240C-0818-BB21-CDDB84D8E0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C9E948-1ED8-52E0-8C13-35C28A2FA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94DFF-4725-4041-8C2C-3AFE1F6E5FDB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531DFF-1608-FCAA-9DC1-EB90069D4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9F24A-A60A-F2B8-E39C-EC80E3114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7F405-590E-4FC2-BB72-475D4D4F1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505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34F40A-A9C4-7362-D59E-613E416C02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109555-C10F-C280-2671-3ED8DCFCF0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35CE39-8634-3848-672D-E8C06D1DA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94DFF-4725-4041-8C2C-3AFE1F6E5FDB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3DD72-B669-6D17-2478-2692655E6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300D9-B755-2812-8127-DDBA5AB2E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7F405-590E-4FC2-BB72-475D4D4F1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1399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8CD7-D335-4E82-8529-CEAACD27A903}" type="datetimeFigureOut">
              <a:rPr lang="en-IN" smtClean="0"/>
              <a:t>28-06-2022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C4E1-5750-4B38-AC2F-67910E81E0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1337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8CD7-D335-4E82-8529-CEAACD27A903}" type="datetimeFigureOut">
              <a:rPr lang="en-IN" smtClean="0"/>
              <a:t>28-06-2022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C4E1-5750-4B38-AC2F-67910E81E0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7862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8CD7-D335-4E82-8529-CEAACD27A903}" type="datetimeFigureOut">
              <a:rPr lang="en-IN" smtClean="0"/>
              <a:t>28-06-2022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C4E1-5750-4B38-AC2F-67910E81E0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08407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8CD7-D335-4E82-8529-CEAACD27A903}" type="datetimeFigureOut">
              <a:rPr lang="en-IN" smtClean="0"/>
              <a:t>28-06-2022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C4E1-5750-4B38-AC2F-67910E81E0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49611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8CD7-D335-4E82-8529-CEAACD27A903}" type="datetimeFigureOut">
              <a:rPr lang="en-IN" smtClean="0"/>
              <a:t>28-06-2022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C4E1-5750-4B38-AC2F-67910E81E0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42072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8CD7-D335-4E82-8529-CEAACD27A903}" type="datetimeFigureOut">
              <a:rPr lang="en-IN" smtClean="0"/>
              <a:t>28-06-2022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C4E1-5750-4B38-AC2F-67910E81E0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38673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8CD7-D335-4E82-8529-CEAACD27A903}" type="datetimeFigureOut">
              <a:rPr lang="en-IN" smtClean="0"/>
              <a:t>28-06-2022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C4E1-5750-4B38-AC2F-67910E81E0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63933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8CD7-D335-4E82-8529-CEAACD27A903}" type="datetimeFigureOut">
              <a:rPr lang="en-IN" smtClean="0"/>
              <a:t>28-06-2022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C4E1-5750-4B38-AC2F-67910E81E0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48953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8CD7-D335-4E82-8529-CEAACD27A903}" type="datetimeFigureOut">
              <a:rPr lang="en-IN" smtClean="0"/>
              <a:t>28-06-2022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C4E1-5750-4B38-AC2F-67910E81E0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40433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8CD7-D335-4E82-8529-CEAACD27A903}" type="datetimeFigureOut">
              <a:rPr lang="en-IN" smtClean="0"/>
              <a:t>28-06-2022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C4E1-5750-4B38-AC2F-67910E81E0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52946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8CD7-D335-4E82-8529-CEAACD27A903}" type="datetimeFigureOut">
              <a:rPr lang="en-IN" smtClean="0"/>
              <a:t>28-06-2022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C4E1-5750-4B38-AC2F-67910E81E0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92001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8CD7-D335-4E82-8529-CEAACD27A903}" type="datetimeFigureOut">
              <a:rPr lang="en-IN" smtClean="0"/>
              <a:t>28-06-2022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C4E1-5750-4B38-AC2F-67910E81E0D8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709507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8CD7-D335-4E82-8529-CEAACD27A903}" type="datetimeFigureOut">
              <a:rPr lang="en-IN" smtClean="0"/>
              <a:t>28-06-2022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C4E1-5750-4B38-AC2F-67910E81E0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01980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8CD7-D335-4E82-8529-CEAACD27A903}" type="datetimeFigureOut">
              <a:rPr lang="en-IN" smtClean="0"/>
              <a:t>28-06-2022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C4E1-5750-4B38-AC2F-67910E81E0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62649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8CD7-D335-4E82-8529-CEAACD27A903}" type="datetimeFigureOut">
              <a:rPr lang="en-IN" smtClean="0"/>
              <a:t>28-06-2022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C4E1-5750-4B38-AC2F-67910E81E0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172924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8CD7-D335-4E82-8529-CEAACD27A903}" type="datetimeFigureOut">
              <a:rPr lang="en-IN" smtClean="0"/>
              <a:t>28-06-2022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C4E1-5750-4B38-AC2F-67910E81E0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69250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68CD7-D335-4E82-8529-CEAACD27A903}" type="datetimeFigureOut">
              <a:rPr lang="en-IN" smtClean="0"/>
              <a:t>28-06-2022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FC4E1-5750-4B38-AC2F-67910E81E0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4271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9FB4F0-E528-428D-9D87-007D7520B1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2A1BB4-14FB-429D-8F8B-A8D76D97CB45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69FCD-1112-4D38-B7C2-7F9753E01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59A6B-6F61-49E1-AB57-EE2138FEC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DC0A37-4417-4D92-ACF4-CB362CCBE5D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4EF5B96-4C8B-419C-B56E-CB192D100AD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63345" y="2316163"/>
            <a:ext cx="2165350" cy="24844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BA6A5DD2-589F-4818-8FFC-626CCBF78C5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786505" y="2316163"/>
            <a:ext cx="2165350" cy="24844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08256EF0-1AE4-4A2C-833A-696429ED541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09665" y="2316163"/>
            <a:ext cx="2165350" cy="24844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CC894DD2-2348-4450-881E-7E4EBC97BAF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632825" y="2316163"/>
            <a:ext cx="2165350" cy="24844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406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C8C5A-7ABE-4919-93C0-0D9E33C0CE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28040" y="333054"/>
            <a:ext cx="7335921" cy="691118"/>
          </a:xfrm>
        </p:spPr>
        <p:txBody>
          <a:bodyPr>
            <a:normAutofit/>
          </a:bodyPr>
          <a:lstStyle>
            <a:lvl1pPr algn="ctr">
              <a:defRPr sz="5400" b="1"/>
            </a:lvl1pPr>
          </a:lstStyle>
          <a:p>
            <a:r>
              <a:rPr lang="en-US" dirty="0"/>
              <a:t>Click to edit the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0A42B-9D04-49A2-8FE2-3B201F287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F2CA-194E-4E64-8649-81384584209B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AB63D-048F-4445-9C3D-7DEBF1EC6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44217-F973-4DE6-BE86-A2CABE76C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94FE7-5537-4176-BAD0-1BA98FC90E8E}" type="slidenum">
              <a:rPr lang="en-US" smtClean="0"/>
              <a:t>‹#›</a:t>
            </a:fld>
            <a:endParaRPr lang="en-US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9CE1A98F-261D-48B2-A44A-0C03EE9F132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45906" y="2347880"/>
            <a:ext cx="1517752" cy="1517752"/>
          </a:xfrm>
          <a:prstGeom prst="roundRect">
            <a:avLst>
              <a:gd name="adj" fmla="val 9279"/>
            </a:avLst>
          </a:prstGeo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 dirty="0"/>
              <a:t>Click to add icon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D0AA82E-ACAA-4DD4-94A4-4C9156C7E18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4247" y="4943494"/>
            <a:ext cx="3481070" cy="376141"/>
          </a:xfrm>
        </p:spPr>
        <p:txBody>
          <a:bodyPr>
            <a:no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 dirty="0"/>
              <a:t>Add the Job Position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B3CE0873-274D-4854-B44B-EE81B179C1D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4247" y="4380249"/>
            <a:ext cx="3481070" cy="555625"/>
          </a:xfrm>
        </p:spPr>
        <p:txBody>
          <a:bodyPr>
            <a:noAutofit/>
          </a:bodyPr>
          <a:lstStyle>
            <a:lvl1pPr marL="0" indent="0" algn="ctr">
              <a:buNone/>
              <a:defRPr sz="2800" b="1">
                <a:latin typeface="+mj-lt"/>
              </a:defRPr>
            </a:lvl1pPr>
            <a:lvl2pPr marL="457200" indent="0" algn="ctr">
              <a:buNone/>
              <a:defRPr sz="3200" b="1"/>
            </a:lvl2pPr>
            <a:lvl3pPr marL="914400" indent="0" algn="ctr">
              <a:buNone/>
              <a:defRPr sz="3200" b="1"/>
            </a:lvl3pPr>
            <a:lvl4pPr marL="1371600" indent="0" algn="ctr">
              <a:buNone/>
              <a:defRPr sz="3200" b="1"/>
            </a:lvl4pPr>
            <a:lvl5pPr marL="1828800" indent="0" algn="ctr">
              <a:buNone/>
              <a:defRPr sz="3200" b="1"/>
            </a:lvl5pPr>
          </a:lstStyle>
          <a:p>
            <a:pPr lvl="0"/>
            <a:r>
              <a:rPr lang="en-US" dirty="0"/>
              <a:t>Add Member Name</a:t>
            </a:r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8817E144-40C1-45AC-A676-58D5F60DFC7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945192" y="1031558"/>
            <a:ext cx="8305800" cy="625475"/>
          </a:xfrm>
        </p:spPr>
        <p:txBody>
          <a:bodyPr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dirty="0"/>
              <a:t>Add Some Brief Text Here As a Subtitle and Remember This is Just a Demo Text So Consider Replacing This With Your Own Information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F6BFA4EA-874F-4341-BED5-21D05560D5F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67739" y="5331192"/>
            <a:ext cx="2874085" cy="863283"/>
          </a:xfrm>
        </p:spPr>
        <p:txBody>
          <a:bodyPr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 dirty="0"/>
              <a:t>Add Some Brief Text Here As a Subtitle and Remember This is Just a Demo Text</a:t>
            </a:r>
          </a:p>
        </p:txBody>
      </p:sp>
      <p:sp>
        <p:nvSpPr>
          <p:cNvPr id="28" name="Picture Placeholder 30">
            <a:extLst>
              <a:ext uri="{FF2B5EF4-FFF2-40B4-BE49-F238E27FC236}">
                <a16:creationId xmlns:a16="http://schemas.microsoft.com/office/drawing/2014/main" id="{951A010E-C355-4D11-8B0A-BCA4F43E61E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309858" y="2347880"/>
            <a:ext cx="1517752" cy="1517752"/>
          </a:xfrm>
          <a:prstGeom prst="roundRect">
            <a:avLst>
              <a:gd name="adj" fmla="val 9279"/>
            </a:avLst>
          </a:prstGeo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 dirty="0"/>
              <a:t>Click to add icon</a:t>
            </a:r>
          </a:p>
        </p:txBody>
      </p:sp>
      <p:sp>
        <p:nvSpPr>
          <p:cNvPr id="29" name="Text Placeholder 41">
            <a:extLst>
              <a:ext uri="{FF2B5EF4-FFF2-40B4-BE49-F238E27FC236}">
                <a16:creationId xmlns:a16="http://schemas.microsoft.com/office/drawing/2014/main" id="{057E9956-8649-47AE-92BB-68E60A03FA2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28199" y="4943494"/>
            <a:ext cx="3481070" cy="376141"/>
          </a:xfrm>
        </p:spPr>
        <p:txBody>
          <a:bodyPr>
            <a:no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 dirty="0"/>
              <a:t>Add the Job Position</a:t>
            </a:r>
          </a:p>
        </p:txBody>
      </p:sp>
      <p:sp>
        <p:nvSpPr>
          <p:cNvPr id="30" name="Text Placeholder 43">
            <a:extLst>
              <a:ext uri="{FF2B5EF4-FFF2-40B4-BE49-F238E27FC236}">
                <a16:creationId xmlns:a16="http://schemas.microsoft.com/office/drawing/2014/main" id="{92F9FF1A-DFBB-4F53-B1DA-3948F0EB7DF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28199" y="4380249"/>
            <a:ext cx="3481070" cy="555625"/>
          </a:xfrm>
        </p:spPr>
        <p:txBody>
          <a:bodyPr>
            <a:noAutofit/>
          </a:bodyPr>
          <a:lstStyle>
            <a:lvl1pPr marL="0" indent="0" algn="ctr">
              <a:buNone/>
              <a:defRPr sz="2800" b="1">
                <a:latin typeface="+mj-lt"/>
              </a:defRPr>
            </a:lvl1pPr>
            <a:lvl2pPr marL="457200" indent="0" algn="ctr">
              <a:buNone/>
              <a:defRPr sz="3200" b="1"/>
            </a:lvl2pPr>
            <a:lvl3pPr marL="914400" indent="0" algn="ctr">
              <a:buNone/>
              <a:defRPr sz="3200" b="1"/>
            </a:lvl3pPr>
            <a:lvl4pPr marL="1371600" indent="0" algn="ctr">
              <a:buNone/>
              <a:defRPr sz="3200" b="1"/>
            </a:lvl4pPr>
            <a:lvl5pPr marL="1828800" indent="0" algn="ctr">
              <a:buNone/>
              <a:defRPr sz="3200" b="1"/>
            </a:lvl5pPr>
          </a:lstStyle>
          <a:p>
            <a:pPr lvl="0"/>
            <a:r>
              <a:rPr lang="en-US" dirty="0"/>
              <a:t>Add Member Name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B338A0C4-BC94-4741-9ADE-D0FC5B8627D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631691" y="5331192"/>
            <a:ext cx="2874085" cy="863283"/>
          </a:xfrm>
        </p:spPr>
        <p:txBody>
          <a:bodyPr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 dirty="0"/>
              <a:t>Add Some Brief Text Here As a Subtitle and Remember This is Just a Demo Text</a:t>
            </a:r>
          </a:p>
        </p:txBody>
      </p:sp>
      <p:sp>
        <p:nvSpPr>
          <p:cNvPr id="36" name="Picture Placeholder 30">
            <a:extLst>
              <a:ext uri="{FF2B5EF4-FFF2-40B4-BE49-F238E27FC236}">
                <a16:creationId xmlns:a16="http://schemas.microsoft.com/office/drawing/2014/main" id="{C6F26513-C595-41D2-A609-617034A7EEFE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981759" y="2347880"/>
            <a:ext cx="1517752" cy="1517752"/>
          </a:xfrm>
          <a:prstGeom prst="roundRect">
            <a:avLst>
              <a:gd name="adj" fmla="val 9279"/>
            </a:avLst>
          </a:prstGeom>
        </p:spPr>
        <p:txBody>
          <a:bodyPr>
            <a:no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 dirty="0"/>
              <a:t>Click to add icon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B5167220-F2DE-4075-93A2-03F55BD0526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000100" y="4943494"/>
            <a:ext cx="3481070" cy="376141"/>
          </a:xfrm>
        </p:spPr>
        <p:txBody>
          <a:bodyPr>
            <a:no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 dirty="0"/>
              <a:t>Add the Job Position</a:t>
            </a:r>
          </a:p>
        </p:txBody>
      </p:sp>
      <p:sp>
        <p:nvSpPr>
          <p:cNvPr id="38" name="Text Placeholder 43">
            <a:extLst>
              <a:ext uri="{FF2B5EF4-FFF2-40B4-BE49-F238E27FC236}">
                <a16:creationId xmlns:a16="http://schemas.microsoft.com/office/drawing/2014/main" id="{E76F1D0F-0878-4EC8-AD91-DB31A2202DB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000100" y="4380249"/>
            <a:ext cx="3481070" cy="555625"/>
          </a:xfrm>
        </p:spPr>
        <p:txBody>
          <a:bodyPr>
            <a:noAutofit/>
          </a:bodyPr>
          <a:lstStyle>
            <a:lvl1pPr marL="0" indent="0" algn="ctr">
              <a:buNone/>
              <a:defRPr sz="2800" b="1">
                <a:latin typeface="+mj-lt"/>
              </a:defRPr>
            </a:lvl1pPr>
            <a:lvl2pPr marL="457200" indent="0" algn="ctr">
              <a:buNone/>
              <a:defRPr sz="3200" b="1"/>
            </a:lvl2pPr>
            <a:lvl3pPr marL="914400" indent="0" algn="ctr">
              <a:buNone/>
              <a:defRPr sz="3200" b="1"/>
            </a:lvl3pPr>
            <a:lvl4pPr marL="1371600" indent="0" algn="ctr">
              <a:buNone/>
              <a:defRPr sz="3200" b="1"/>
            </a:lvl4pPr>
            <a:lvl5pPr marL="1828800" indent="0" algn="ctr">
              <a:buNone/>
              <a:defRPr sz="3200" b="1"/>
            </a:lvl5pPr>
          </a:lstStyle>
          <a:p>
            <a:pPr lvl="0"/>
            <a:r>
              <a:rPr lang="en-US" dirty="0"/>
              <a:t>Add Member Name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8DF7DC31-F76B-4C81-ABA1-033FEA42415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03592" y="5331192"/>
            <a:ext cx="2874085" cy="863283"/>
          </a:xfrm>
        </p:spPr>
        <p:txBody>
          <a:bodyPr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 dirty="0"/>
              <a:t>Add Some Brief Text Here As a Subtitle and Remember This is Just a Demo Text</a:t>
            </a:r>
          </a:p>
        </p:txBody>
      </p:sp>
    </p:spTree>
    <p:extLst>
      <p:ext uri="{BB962C8B-B14F-4D97-AF65-F5344CB8AC3E}">
        <p14:creationId xmlns:p14="http://schemas.microsoft.com/office/powerpoint/2010/main" val="26546467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75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image" Target="../media/image5.png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image" Target="../media/image4.png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A6CFAB-526D-4E7F-AC02-1BD8E11D8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042998-DD8C-64D9-AA6D-30871878E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4EC0A-727E-0D24-B0E8-FBB6AD1D02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E94DFF-4725-4041-8C2C-3AFE1F6E5FDB}" type="datetimeFigureOut">
              <a:rPr lang="en-US" smtClean="0"/>
              <a:t>6/28/2022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A1CBD6-0800-8C72-98C2-DB617015BB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89A0C6-7A09-14B8-6212-A4E54388B1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87F405-590E-4FC2-BB72-475D4D4F1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806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5C68CD7-D335-4E82-8529-CEAACD27A903}" type="datetimeFigureOut">
              <a:rPr lang="en-IN" smtClean="0"/>
              <a:t>28-06-2022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8FC4E1-5750-4B38-AC2F-67910E81E0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46284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75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Number Placeholder 3">
            <a:extLst>
              <a:ext uri="{FF2B5EF4-FFF2-40B4-BE49-F238E27FC236}">
                <a16:creationId xmlns:a16="http://schemas.microsoft.com/office/drawing/2014/main" id="{D97EBC4D-06C6-4BED-91C1-542CE5041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52001" y="6522434"/>
            <a:ext cx="2540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3300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fld id="{33FD3746-5658-43F4-B6CA-26410F82A33D}" type="slidenum"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t>1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27825F6-0A9C-4FE2-8500-28B01F0FA61F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6537674"/>
            <a:ext cx="12191997" cy="44196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endParaRPr lang="zh-CN" altLang="en-US" b="1" dirty="0">
              <a:solidFill>
                <a:schemeClr val="bg1"/>
              </a:solidFill>
              <a:latin typeface="Tinos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nos"/>
              <a:ea typeface="+mj-ea"/>
              <a:cs typeface="+mj-cs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EF1D75A2-6638-4BF2-BD9F-22B67B397B99}"/>
              </a:ext>
            </a:extLst>
          </p:cNvPr>
          <p:cNvSpPr txBox="1">
            <a:spLocks noChangeArrowheads="1"/>
          </p:cNvSpPr>
          <p:nvPr/>
        </p:nvSpPr>
        <p:spPr>
          <a:xfrm>
            <a:off x="1482725" y="0"/>
            <a:ext cx="10687049" cy="90872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2800" b="1" dirty="0">
                <a:solidFill>
                  <a:schemeClr val="bg1"/>
                </a:solidFill>
                <a:latin typeface="Tinos"/>
                <a:ea typeface="+mj-ea"/>
                <a:cs typeface="+mj-cs"/>
              </a:rPr>
              <a:t>    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</a:rPr>
              <a:t>CFD Workflow</a:t>
            </a:r>
          </a:p>
          <a:p>
            <a:pPr lvl="0" algn="ctr">
              <a:lnSpc>
                <a:spcPct val="90000"/>
              </a:lnSpc>
              <a:spcBef>
                <a:spcPct val="0"/>
              </a:spcBef>
              <a:defRPr/>
            </a:pPr>
            <a:br>
              <a:rPr lang="en-US" altLang="zh-CN" b="1" dirty="0">
                <a:solidFill>
                  <a:schemeClr val="bg1"/>
                </a:solidFill>
                <a:latin typeface="Tinos"/>
                <a:ea typeface="+mj-ea"/>
                <a:cs typeface="+mj-cs"/>
              </a:rPr>
            </a:br>
            <a:r>
              <a:rPr lang="en-US" altLang="zh-CN" b="1" dirty="0">
                <a:solidFill>
                  <a:schemeClr val="bg1"/>
                </a:solidFill>
                <a:latin typeface="Tinos"/>
                <a:ea typeface="+mj-ea"/>
                <a:cs typeface="+mj-cs"/>
              </a:rPr>
              <a:t> 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nos"/>
              <a:ea typeface="+mj-ea"/>
              <a:cs typeface="+mj-cs"/>
            </a:endParaRPr>
          </a:p>
        </p:txBody>
      </p:sp>
      <p:sp>
        <p:nvSpPr>
          <p:cNvPr id="7" name="object 25">
            <a:extLst>
              <a:ext uri="{FF2B5EF4-FFF2-40B4-BE49-F238E27FC236}">
                <a16:creationId xmlns:a16="http://schemas.microsoft.com/office/drawing/2014/main" id="{2A9FA0F1-F5A3-4A94-95DB-FC149224D657}"/>
              </a:ext>
            </a:extLst>
          </p:cNvPr>
          <p:cNvSpPr/>
          <p:nvPr/>
        </p:nvSpPr>
        <p:spPr>
          <a:xfrm>
            <a:off x="2186609" y="1052002"/>
            <a:ext cx="7465392" cy="53423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979076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750">
        <p159:morph option="byObject"/>
      </p:transition>
    </mc:Choice>
    <mc:Fallback xmlns="">
      <p:transition spd="slow">
        <p:fade/>
      </p:transition>
    </mc:Fallback>
  </mc:AlternateContent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7</Words>
  <Application>Microsoft Office PowerPoint</Application>
  <PresentationFormat>Widescreen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Arial</vt:lpstr>
      <vt:lpstr>Calibri</vt:lpstr>
      <vt:lpstr>Calibri Light</vt:lpstr>
      <vt:lpstr>Century Gothic</vt:lpstr>
      <vt:lpstr>Times New Roman</vt:lpstr>
      <vt:lpstr>Tinos</vt:lpstr>
      <vt:lpstr>Wingdings 3</vt:lpstr>
      <vt:lpstr>Office Theme</vt:lpstr>
      <vt:lpstr>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faisal</dc:creator>
  <cp:lastModifiedBy>faisal</cp:lastModifiedBy>
  <cp:revision>2</cp:revision>
  <cp:lastPrinted>2022-06-28T09:24:54Z</cp:lastPrinted>
  <dcterms:created xsi:type="dcterms:W3CDTF">2022-06-27T05:38:21Z</dcterms:created>
  <dcterms:modified xsi:type="dcterms:W3CDTF">2022-06-28T11:49:03Z</dcterms:modified>
</cp:coreProperties>
</file>